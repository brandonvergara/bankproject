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7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589"/>
  </p:normalViewPr>
  <p:slideViewPr>
    <p:cSldViewPr snapToGrid="0">
      <p:cViewPr varScale="1">
        <p:scale>
          <a:sx n="113" d="100"/>
          <a:sy n="113" d="100"/>
        </p:scale>
        <p:origin x="4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86839D-3B21-4A44-9EF3-CB135F3558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2B7C867-1B59-41D3-9816-CAAE56B4D406}">
      <dgm:prSet/>
      <dgm:spPr/>
      <dgm:t>
        <a:bodyPr/>
        <a:lstStyle/>
        <a:p>
          <a:r>
            <a:rPr lang="en-US"/>
            <a:t>Code Ledger: Register, log in, check balance, deposit, withdraw, transfer between accounts, and view history.</a:t>
          </a:r>
        </a:p>
      </dgm:t>
    </dgm:pt>
    <dgm:pt modelId="{E7CA7C5A-D6D1-476A-A5D4-61FBAA768F98}" type="sibTrans" cxnId="{A9A14F50-B64B-4692-BF01-241F82C97A8C}">
      <dgm:prSet/>
      <dgm:spPr/>
      <dgm:t>
        <a:bodyPr/>
        <a:lstStyle/>
        <a:p>
          <a:endParaRPr lang="en-US"/>
        </a:p>
      </dgm:t>
    </dgm:pt>
    <dgm:pt modelId="{E9DC4C00-3FAE-4BCC-B566-D20BAF07094E}" type="parTrans" cxnId="{A9A14F50-B64B-4692-BF01-241F82C97A8C}">
      <dgm:prSet/>
      <dgm:spPr/>
      <dgm:t>
        <a:bodyPr/>
        <a:lstStyle/>
        <a:p>
          <a:endParaRPr lang="en-US"/>
        </a:p>
      </dgm:t>
    </dgm:pt>
    <dgm:pt modelId="{D13E0188-84AB-4EC9-B91B-CC4B8A53AB83}">
      <dgm:prSet/>
      <dgm:spPr/>
      <dgm:t>
        <a:bodyPr/>
        <a:lstStyle/>
        <a:p>
          <a:r>
            <a:rPr lang="en-US"/>
            <a:t>Layered Architecture on top of PostgreSQL database.</a:t>
          </a:r>
        </a:p>
      </dgm:t>
    </dgm:pt>
    <dgm:pt modelId="{B5FE8441-5286-4C8A-9650-DE14C5C22FCE}" type="sibTrans" cxnId="{17CF7C1D-6527-48F6-8037-2411F86568B1}">
      <dgm:prSet/>
      <dgm:spPr/>
      <dgm:t>
        <a:bodyPr/>
        <a:lstStyle/>
        <a:p>
          <a:endParaRPr lang="en-US"/>
        </a:p>
      </dgm:t>
    </dgm:pt>
    <dgm:pt modelId="{EEDFE1D5-A9BB-458E-8F7D-321A81140411}" type="parTrans" cxnId="{17CF7C1D-6527-48F6-8037-2411F86568B1}">
      <dgm:prSet/>
      <dgm:spPr/>
      <dgm:t>
        <a:bodyPr/>
        <a:lstStyle/>
        <a:p>
          <a:endParaRPr lang="en-US"/>
        </a:p>
      </dgm:t>
    </dgm:pt>
    <dgm:pt modelId="{E12D2783-0EF4-458B-B0C3-F4E18D314654}" type="pres">
      <dgm:prSet presAssocID="{B486839D-3B21-4A44-9EF3-CB135F3558CD}" presName="root" presStyleCnt="0">
        <dgm:presLayoutVars>
          <dgm:dir/>
          <dgm:resizeHandles val="exact"/>
        </dgm:presLayoutVars>
      </dgm:prSet>
      <dgm:spPr/>
    </dgm:pt>
    <dgm:pt modelId="{7355BA69-F7E2-4BAC-BE61-0D5BA693DF7F}" type="pres">
      <dgm:prSet presAssocID="{A2B7C867-1B59-41D3-9816-CAAE56B4D406}" presName="compNode" presStyleCnt="0"/>
      <dgm:spPr/>
    </dgm:pt>
    <dgm:pt modelId="{D64D7E93-1CD0-451A-8346-9E37A2C18ED3}" type="pres">
      <dgm:prSet presAssocID="{A2B7C867-1B59-41D3-9816-CAAE56B4D40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54AC55A8-CC72-4045-AE62-6E2DE32CA560}" type="pres">
      <dgm:prSet presAssocID="{A2B7C867-1B59-41D3-9816-CAAE56B4D406}" presName="spaceRect" presStyleCnt="0"/>
      <dgm:spPr/>
    </dgm:pt>
    <dgm:pt modelId="{24E938FB-9F0D-4B10-B5E9-44A72B55DBD7}" type="pres">
      <dgm:prSet presAssocID="{A2B7C867-1B59-41D3-9816-CAAE56B4D406}" presName="textRect" presStyleLbl="revTx" presStyleIdx="0" presStyleCnt="2">
        <dgm:presLayoutVars>
          <dgm:chMax val="1"/>
          <dgm:chPref val="1"/>
        </dgm:presLayoutVars>
      </dgm:prSet>
      <dgm:spPr/>
    </dgm:pt>
    <dgm:pt modelId="{4C78089C-0314-4CF2-A722-384853DF325F}" type="pres">
      <dgm:prSet presAssocID="{E7CA7C5A-D6D1-476A-A5D4-61FBAA768F98}" presName="sibTrans" presStyleCnt="0"/>
      <dgm:spPr/>
    </dgm:pt>
    <dgm:pt modelId="{72EE54F7-40E3-4359-A55D-7653AA1ECD67}" type="pres">
      <dgm:prSet presAssocID="{D13E0188-84AB-4EC9-B91B-CC4B8A53AB83}" presName="compNode" presStyleCnt="0"/>
      <dgm:spPr/>
    </dgm:pt>
    <dgm:pt modelId="{F356A5C9-0666-47AD-90C2-3C052E9D24FF}" type="pres">
      <dgm:prSet presAssocID="{D13E0188-84AB-4EC9-B91B-CC4B8A53AB8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9DD1642-7BEC-463E-BC1D-83E88199B96A}" type="pres">
      <dgm:prSet presAssocID="{D13E0188-84AB-4EC9-B91B-CC4B8A53AB83}" presName="spaceRect" presStyleCnt="0"/>
      <dgm:spPr/>
    </dgm:pt>
    <dgm:pt modelId="{EED0F44F-0749-43E0-8829-0E9AA859A340}" type="pres">
      <dgm:prSet presAssocID="{D13E0188-84AB-4EC9-B91B-CC4B8A53AB8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250B70C-9320-334C-B07F-4F951C90C420}" type="presOf" srcId="{A2B7C867-1B59-41D3-9816-CAAE56B4D406}" destId="{24E938FB-9F0D-4B10-B5E9-44A72B55DBD7}" srcOrd="0" destOrd="0" presId="urn:microsoft.com/office/officeart/2018/2/layout/IconLabelList"/>
    <dgm:cxn modelId="{DBA8E417-B096-1E4F-8AA2-00E256772A02}" type="presOf" srcId="{D13E0188-84AB-4EC9-B91B-CC4B8A53AB83}" destId="{EED0F44F-0749-43E0-8829-0E9AA859A340}" srcOrd="0" destOrd="0" presId="urn:microsoft.com/office/officeart/2018/2/layout/IconLabelList"/>
    <dgm:cxn modelId="{17CF7C1D-6527-48F6-8037-2411F86568B1}" srcId="{B486839D-3B21-4A44-9EF3-CB135F3558CD}" destId="{D13E0188-84AB-4EC9-B91B-CC4B8A53AB83}" srcOrd="1" destOrd="0" parTransId="{EEDFE1D5-A9BB-458E-8F7D-321A81140411}" sibTransId="{B5FE8441-5286-4C8A-9650-DE14C5C22FCE}"/>
    <dgm:cxn modelId="{A9A14F50-B64B-4692-BF01-241F82C97A8C}" srcId="{B486839D-3B21-4A44-9EF3-CB135F3558CD}" destId="{A2B7C867-1B59-41D3-9816-CAAE56B4D406}" srcOrd="0" destOrd="0" parTransId="{E9DC4C00-3FAE-4BCC-B566-D20BAF07094E}" sibTransId="{E7CA7C5A-D6D1-476A-A5D4-61FBAA768F98}"/>
    <dgm:cxn modelId="{2F0568CB-4125-2F4F-8680-9080D6C8738E}" type="presOf" srcId="{B486839D-3B21-4A44-9EF3-CB135F3558CD}" destId="{E12D2783-0EF4-458B-B0C3-F4E18D314654}" srcOrd="0" destOrd="0" presId="urn:microsoft.com/office/officeart/2018/2/layout/IconLabelList"/>
    <dgm:cxn modelId="{2752E816-9A6D-2C4D-9DF8-EFE1E46F730F}" type="presParOf" srcId="{E12D2783-0EF4-458B-B0C3-F4E18D314654}" destId="{7355BA69-F7E2-4BAC-BE61-0D5BA693DF7F}" srcOrd="0" destOrd="0" presId="urn:microsoft.com/office/officeart/2018/2/layout/IconLabelList"/>
    <dgm:cxn modelId="{36EA9FA0-9393-0244-B593-576A20E243CE}" type="presParOf" srcId="{7355BA69-F7E2-4BAC-BE61-0D5BA693DF7F}" destId="{D64D7E93-1CD0-451A-8346-9E37A2C18ED3}" srcOrd="0" destOrd="0" presId="urn:microsoft.com/office/officeart/2018/2/layout/IconLabelList"/>
    <dgm:cxn modelId="{F0A88D8D-C421-C64F-8C96-C5D2AD52F6BF}" type="presParOf" srcId="{7355BA69-F7E2-4BAC-BE61-0D5BA693DF7F}" destId="{54AC55A8-CC72-4045-AE62-6E2DE32CA560}" srcOrd="1" destOrd="0" presId="urn:microsoft.com/office/officeart/2018/2/layout/IconLabelList"/>
    <dgm:cxn modelId="{E28935B7-57E7-0341-A78C-53451FD66422}" type="presParOf" srcId="{7355BA69-F7E2-4BAC-BE61-0D5BA693DF7F}" destId="{24E938FB-9F0D-4B10-B5E9-44A72B55DBD7}" srcOrd="2" destOrd="0" presId="urn:microsoft.com/office/officeart/2018/2/layout/IconLabelList"/>
    <dgm:cxn modelId="{B45E014D-3142-2F4B-8446-3AD1F8E052BE}" type="presParOf" srcId="{E12D2783-0EF4-458B-B0C3-F4E18D314654}" destId="{4C78089C-0314-4CF2-A722-384853DF325F}" srcOrd="1" destOrd="0" presId="urn:microsoft.com/office/officeart/2018/2/layout/IconLabelList"/>
    <dgm:cxn modelId="{2F3512A5-0531-3341-BE7A-34308CF2076C}" type="presParOf" srcId="{E12D2783-0EF4-458B-B0C3-F4E18D314654}" destId="{72EE54F7-40E3-4359-A55D-7653AA1ECD67}" srcOrd="2" destOrd="0" presId="urn:microsoft.com/office/officeart/2018/2/layout/IconLabelList"/>
    <dgm:cxn modelId="{B2B98368-7110-DC40-BFBB-0FBAE3AECA08}" type="presParOf" srcId="{72EE54F7-40E3-4359-A55D-7653AA1ECD67}" destId="{F356A5C9-0666-47AD-90C2-3C052E9D24FF}" srcOrd="0" destOrd="0" presId="urn:microsoft.com/office/officeart/2018/2/layout/IconLabelList"/>
    <dgm:cxn modelId="{89AC8CFF-BEFC-4F46-9C15-0CB9FD0E4A00}" type="presParOf" srcId="{72EE54F7-40E3-4359-A55D-7653AA1ECD67}" destId="{19DD1642-7BEC-463E-BC1D-83E88199B96A}" srcOrd="1" destOrd="0" presId="urn:microsoft.com/office/officeart/2018/2/layout/IconLabelList"/>
    <dgm:cxn modelId="{4924EA7A-3502-D047-93F9-8E8B945DA9B2}" type="presParOf" srcId="{72EE54F7-40E3-4359-A55D-7653AA1ECD67}" destId="{EED0F44F-0749-43E0-8829-0E9AA859A3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6CC415-D029-4ECF-B89C-FB9A82745E0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0B2D65-F1C7-4161-8A6D-047600509CFE}">
      <dgm:prSet/>
      <dgm:spPr/>
      <dgm:t>
        <a:bodyPr/>
        <a:lstStyle/>
        <a:p>
          <a:r>
            <a:rPr lang="en-US"/>
            <a:t>Java – Programming Language</a:t>
          </a:r>
        </a:p>
      </dgm:t>
    </dgm:pt>
    <dgm:pt modelId="{4506668D-3FC5-455B-9541-15F6CCE5AD9C}" type="parTrans" cxnId="{23FD9132-3574-4C2E-A4F5-F8F5D463512B}">
      <dgm:prSet/>
      <dgm:spPr/>
      <dgm:t>
        <a:bodyPr/>
        <a:lstStyle/>
        <a:p>
          <a:endParaRPr lang="en-US"/>
        </a:p>
      </dgm:t>
    </dgm:pt>
    <dgm:pt modelId="{C2840587-75E5-45C7-99FE-FE49D22DBA01}" type="sibTrans" cxnId="{23FD9132-3574-4C2E-A4F5-F8F5D463512B}">
      <dgm:prSet/>
      <dgm:spPr/>
      <dgm:t>
        <a:bodyPr/>
        <a:lstStyle/>
        <a:p>
          <a:endParaRPr lang="en-US"/>
        </a:p>
      </dgm:t>
    </dgm:pt>
    <dgm:pt modelId="{90E1D899-FCC1-417E-A156-7009B9B251CF}">
      <dgm:prSet/>
      <dgm:spPr/>
      <dgm:t>
        <a:bodyPr/>
        <a:lstStyle/>
        <a:p>
          <a:r>
            <a:rPr lang="en-US"/>
            <a:t>Maven – Build Tool</a:t>
          </a:r>
        </a:p>
      </dgm:t>
    </dgm:pt>
    <dgm:pt modelId="{F4391582-9A3C-47C6-A430-4F54D003C11F}" type="parTrans" cxnId="{44D5CE58-3DAE-4AB3-BB3F-F0C5A2346B99}">
      <dgm:prSet/>
      <dgm:spPr/>
      <dgm:t>
        <a:bodyPr/>
        <a:lstStyle/>
        <a:p>
          <a:endParaRPr lang="en-US"/>
        </a:p>
      </dgm:t>
    </dgm:pt>
    <dgm:pt modelId="{803148BB-6579-40B8-9852-024A71EC076C}" type="sibTrans" cxnId="{44D5CE58-3DAE-4AB3-BB3F-F0C5A2346B99}">
      <dgm:prSet/>
      <dgm:spPr/>
      <dgm:t>
        <a:bodyPr/>
        <a:lstStyle/>
        <a:p>
          <a:endParaRPr lang="en-US"/>
        </a:p>
      </dgm:t>
    </dgm:pt>
    <dgm:pt modelId="{3F3B6DEE-949A-4182-8327-E65E19125D6F}">
      <dgm:prSet/>
      <dgm:spPr/>
      <dgm:t>
        <a:bodyPr/>
        <a:lstStyle/>
        <a:p>
          <a:r>
            <a:rPr lang="en-US"/>
            <a:t>PostgreSQL – Database</a:t>
          </a:r>
        </a:p>
      </dgm:t>
    </dgm:pt>
    <dgm:pt modelId="{7EDB69A0-A847-429E-8419-8C427564EA91}" type="parTrans" cxnId="{764D44DC-C857-456F-BC70-790A74803E8A}">
      <dgm:prSet/>
      <dgm:spPr/>
      <dgm:t>
        <a:bodyPr/>
        <a:lstStyle/>
        <a:p>
          <a:endParaRPr lang="en-US"/>
        </a:p>
      </dgm:t>
    </dgm:pt>
    <dgm:pt modelId="{3D07F3CC-504C-4E0D-8D6C-094148020AAE}" type="sibTrans" cxnId="{764D44DC-C857-456F-BC70-790A74803E8A}">
      <dgm:prSet/>
      <dgm:spPr/>
      <dgm:t>
        <a:bodyPr/>
        <a:lstStyle/>
        <a:p>
          <a:endParaRPr lang="en-US"/>
        </a:p>
      </dgm:t>
    </dgm:pt>
    <dgm:pt modelId="{B432F90D-4F38-4C35-8175-BC63D7177688}">
      <dgm:prSet/>
      <dgm:spPr/>
      <dgm:t>
        <a:bodyPr/>
        <a:lstStyle/>
        <a:p>
          <a:r>
            <a:rPr lang="en-US"/>
            <a:t>JUnit5 - Testing</a:t>
          </a:r>
        </a:p>
      </dgm:t>
    </dgm:pt>
    <dgm:pt modelId="{94C071B6-9455-49D6-A5EC-B9AB6568575C}" type="parTrans" cxnId="{3BD93672-9FDE-432E-8C5F-08A6153004A0}">
      <dgm:prSet/>
      <dgm:spPr/>
      <dgm:t>
        <a:bodyPr/>
        <a:lstStyle/>
        <a:p>
          <a:endParaRPr lang="en-US"/>
        </a:p>
      </dgm:t>
    </dgm:pt>
    <dgm:pt modelId="{4FA0AEEF-60F8-4A95-B268-F21E1F73BFC6}" type="sibTrans" cxnId="{3BD93672-9FDE-432E-8C5F-08A6153004A0}">
      <dgm:prSet/>
      <dgm:spPr/>
      <dgm:t>
        <a:bodyPr/>
        <a:lstStyle/>
        <a:p>
          <a:endParaRPr lang="en-US"/>
        </a:p>
      </dgm:t>
    </dgm:pt>
    <dgm:pt modelId="{D1B9FC6C-FCED-47E4-BD46-24CD22F6F4B1}">
      <dgm:prSet/>
      <dgm:spPr/>
      <dgm:t>
        <a:bodyPr/>
        <a:lstStyle/>
        <a:p>
          <a:r>
            <a:rPr lang="en-US"/>
            <a:t>Git &amp; Github – Version Control</a:t>
          </a:r>
        </a:p>
      </dgm:t>
    </dgm:pt>
    <dgm:pt modelId="{5966D5EB-E640-4F7C-AF26-4E86AE32CDC0}" type="parTrans" cxnId="{ADDE1A01-5575-400D-A8E7-4F07D1C7F932}">
      <dgm:prSet/>
      <dgm:spPr/>
      <dgm:t>
        <a:bodyPr/>
        <a:lstStyle/>
        <a:p>
          <a:endParaRPr lang="en-US"/>
        </a:p>
      </dgm:t>
    </dgm:pt>
    <dgm:pt modelId="{6F81E692-57EF-4274-BF05-13590DE3F87B}" type="sibTrans" cxnId="{ADDE1A01-5575-400D-A8E7-4F07D1C7F932}">
      <dgm:prSet/>
      <dgm:spPr/>
      <dgm:t>
        <a:bodyPr/>
        <a:lstStyle/>
        <a:p>
          <a:endParaRPr lang="en-US"/>
        </a:p>
      </dgm:t>
    </dgm:pt>
    <dgm:pt modelId="{CFF160ED-6098-43E5-80F4-1DDED0F2C691}" type="pres">
      <dgm:prSet presAssocID="{136CC415-D029-4ECF-B89C-FB9A82745E0C}" presName="root" presStyleCnt="0">
        <dgm:presLayoutVars>
          <dgm:dir/>
          <dgm:resizeHandles val="exact"/>
        </dgm:presLayoutVars>
      </dgm:prSet>
      <dgm:spPr/>
    </dgm:pt>
    <dgm:pt modelId="{19C17F06-3332-4003-9FCA-348B6791CE0F}" type="pres">
      <dgm:prSet presAssocID="{C60B2D65-F1C7-4161-8A6D-047600509CFE}" presName="compNode" presStyleCnt="0"/>
      <dgm:spPr/>
    </dgm:pt>
    <dgm:pt modelId="{5182E904-CD76-4930-A9E1-448FAB22C483}" type="pres">
      <dgm:prSet presAssocID="{C60B2D65-F1C7-4161-8A6D-047600509CF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E1D9707-6456-48C1-AFB1-2AE9397AEBFE}" type="pres">
      <dgm:prSet presAssocID="{C60B2D65-F1C7-4161-8A6D-047600509CFE}" presName="spaceRect" presStyleCnt="0"/>
      <dgm:spPr/>
    </dgm:pt>
    <dgm:pt modelId="{DDC5A74C-823A-4264-9E29-05914FB1CEE9}" type="pres">
      <dgm:prSet presAssocID="{C60B2D65-F1C7-4161-8A6D-047600509CFE}" presName="textRect" presStyleLbl="revTx" presStyleIdx="0" presStyleCnt="5">
        <dgm:presLayoutVars>
          <dgm:chMax val="1"/>
          <dgm:chPref val="1"/>
        </dgm:presLayoutVars>
      </dgm:prSet>
      <dgm:spPr/>
    </dgm:pt>
    <dgm:pt modelId="{33016AC4-567C-4BE0-9904-8E1EE146AB43}" type="pres">
      <dgm:prSet presAssocID="{C2840587-75E5-45C7-99FE-FE49D22DBA01}" presName="sibTrans" presStyleCnt="0"/>
      <dgm:spPr/>
    </dgm:pt>
    <dgm:pt modelId="{EA5AE418-5159-4F16-A83A-3D0CD30BE62A}" type="pres">
      <dgm:prSet presAssocID="{90E1D899-FCC1-417E-A156-7009B9B251CF}" presName="compNode" presStyleCnt="0"/>
      <dgm:spPr/>
    </dgm:pt>
    <dgm:pt modelId="{1F5CD888-996A-40E2-AFE3-E8F5696D2ACA}" type="pres">
      <dgm:prSet presAssocID="{90E1D899-FCC1-417E-A156-7009B9B251CF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5FDDF51B-1A50-47F6-8848-BD2F4CA2ED0E}" type="pres">
      <dgm:prSet presAssocID="{90E1D899-FCC1-417E-A156-7009B9B251CF}" presName="spaceRect" presStyleCnt="0"/>
      <dgm:spPr/>
    </dgm:pt>
    <dgm:pt modelId="{A307CFE2-922B-46D9-B09F-753B16EF7088}" type="pres">
      <dgm:prSet presAssocID="{90E1D899-FCC1-417E-A156-7009B9B251CF}" presName="textRect" presStyleLbl="revTx" presStyleIdx="1" presStyleCnt="5">
        <dgm:presLayoutVars>
          <dgm:chMax val="1"/>
          <dgm:chPref val="1"/>
        </dgm:presLayoutVars>
      </dgm:prSet>
      <dgm:spPr/>
    </dgm:pt>
    <dgm:pt modelId="{8C94DD4A-F3D5-4CF2-95B8-DC2733B23AAD}" type="pres">
      <dgm:prSet presAssocID="{803148BB-6579-40B8-9852-024A71EC076C}" presName="sibTrans" presStyleCnt="0"/>
      <dgm:spPr/>
    </dgm:pt>
    <dgm:pt modelId="{4A3E5038-E082-4FBF-B9E1-444388752787}" type="pres">
      <dgm:prSet presAssocID="{3F3B6DEE-949A-4182-8327-E65E19125D6F}" presName="compNode" presStyleCnt="0"/>
      <dgm:spPr/>
    </dgm:pt>
    <dgm:pt modelId="{214ABC9D-78C9-48B2-9613-3B783A85B1FC}" type="pres">
      <dgm:prSet presAssocID="{3F3B6DEE-949A-4182-8327-E65E19125D6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241181E-39AF-44E7-A8E5-4D6D8A4BC812}" type="pres">
      <dgm:prSet presAssocID="{3F3B6DEE-949A-4182-8327-E65E19125D6F}" presName="spaceRect" presStyleCnt="0"/>
      <dgm:spPr/>
    </dgm:pt>
    <dgm:pt modelId="{01CE9405-92E4-4B7F-8426-91380CE86C03}" type="pres">
      <dgm:prSet presAssocID="{3F3B6DEE-949A-4182-8327-E65E19125D6F}" presName="textRect" presStyleLbl="revTx" presStyleIdx="2" presStyleCnt="5">
        <dgm:presLayoutVars>
          <dgm:chMax val="1"/>
          <dgm:chPref val="1"/>
        </dgm:presLayoutVars>
      </dgm:prSet>
      <dgm:spPr/>
    </dgm:pt>
    <dgm:pt modelId="{4869AC3E-955C-4F29-810B-1981D5DCC5EF}" type="pres">
      <dgm:prSet presAssocID="{3D07F3CC-504C-4E0D-8D6C-094148020AAE}" presName="sibTrans" presStyleCnt="0"/>
      <dgm:spPr/>
    </dgm:pt>
    <dgm:pt modelId="{DD24BD32-8421-4AEB-9971-70423763882B}" type="pres">
      <dgm:prSet presAssocID="{B432F90D-4F38-4C35-8175-BC63D7177688}" presName="compNode" presStyleCnt="0"/>
      <dgm:spPr/>
    </dgm:pt>
    <dgm:pt modelId="{5D683F35-25B9-4D2D-9EBF-1694F5C89F92}" type="pres">
      <dgm:prSet presAssocID="{B432F90D-4F38-4C35-8175-BC63D717768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1D46FDF-1E82-42A4-B500-2A5AF6815AC0}" type="pres">
      <dgm:prSet presAssocID="{B432F90D-4F38-4C35-8175-BC63D7177688}" presName="spaceRect" presStyleCnt="0"/>
      <dgm:spPr/>
    </dgm:pt>
    <dgm:pt modelId="{49A06858-D3CC-42DF-B599-0A4B821F2934}" type="pres">
      <dgm:prSet presAssocID="{B432F90D-4F38-4C35-8175-BC63D7177688}" presName="textRect" presStyleLbl="revTx" presStyleIdx="3" presStyleCnt="5">
        <dgm:presLayoutVars>
          <dgm:chMax val="1"/>
          <dgm:chPref val="1"/>
        </dgm:presLayoutVars>
      </dgm:prSet>
      <dgm:spPr/>
    </dgm:pt>
    <dgm:pt modelId="{8A01A42C-BF63-4373-A6D5-BC0C6F850A03}" type="pres">
      <dgm:prSet presAssocID="{4FA0AEEF-60F8-4A95-B268-F21E1F73BFC6}" presName="sibTrans" presStyleCnt="0"/>
      <dgm:spPr/>
    </dgm:pt>
    <dgm:pt modelId="{14F75AAB-603D-4C7C-82B9-F62E0EBD9AE4}" type="pres">
      <dgm:prSet presAssocID="{D1B9FC6C-FCED-47E4-BD46-24CD22F6F4B1}" presName="compNode" presStyleCnt="0"/>
      <dgm:spPr/>
    </dgm:pt>
    <dgm:pt modelId="{8FE957C2-9D21-4BFE-AC0E-1602453C819D}" type="pres">
      <dgm:prSet presAssocID="{D1B9FC6C-FCED-47E4-BD46-24CD22F6F4B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E7A38CB4-1F29-4DE8-AEE0-41F647BC00E6}" type="pres">
      <dgm:prSet presAssocID="{D1B9FC6C-FCED-47E4-BD46-24CD22F6F4B1}" presName="spaceRect" presStyleCnt="0"/>
      <dgm:spPr/>
    </dgm:pt>
    <dgm:pt modelId="{2BAD9E11-6D4A-43B9-897D-50540BFA86A0}" type="pres">
      <dgm:prSet presAssocID="{D1B9FC6C-FCED-47E4-BD46-24CD22F6F4B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DDE1A01-5575-400D-A8E7-4F07D1C7F932}" srcId="{136CC415-D029-4ECF-B89C-FB9A82745E0C}" destId="{D1B9FC6C-FCED-47E4-BD46-24CD22F6F4B1}" srcOrd="4" destOrd="0" parTransId="{5966D5EB-E640-4F7C-AF26-4E86AE32CDC0}" sibTransId="{6F81E692-57EF-4274-BF05-13590DE3F87B}"/>
    <dgm:cxn modelId="{23FD9132-3574-4C2E-A4F5-F8F5D463512B}" srcId="{136CC415-D029-4ECF-B89C-FB9A82745E0C}" destId="{C60B2D65-F1C7-4161-8A6D-047600509CFE}" srcOrd="0" destOrd="0" parTransId="{4506668D-3FC5-455B-9541-15F6CCE5AD9C}" sibTransId="{C2840587-75E5-45C7-99FE-FE49D22DBA01}"/>
    <dgm:cxn modelId="{44D5CE58-3DAE-4AB3-BB3F-F0C5A2346B99}" srcId="{136CC415-D029-4ECF-B89C-FB9A82745E0C}" destId="{90E1D899-FCC1-417E-A156-7009B9B251CF}" srcOrd="1" destOrd="0" parTransId="{F4391582-9A3C-47C6-A430-4F54D003C11F}" sibTransId="{803148BB-6579-40B8-9852-024A71EC076C}"/>
    <dgm:cxn modelId="{44A1155D-9A52-4A33-946D-91D59B2E5FC5}" type="presOf" srcId="{3F3B6DEE-949A-4182-8327-E65E19125D6F}" destId="{01CE9405-92E4-4B7F-8426-91380CE86C03}" srcOrd="0" destOrd="0" presId="urn:microsoft.com/office/officeart/2018/2/layout/IconLabelList"/>
    <dgm:cxn modelId="{3BD93672-9FDE-432E-8C5F-08A6153004A0}" srcId="{136CC415-D029-4ECF-B89C-FB9A82745E0C}" destId="{B432F90D-4F38-4C35-8175-BC63D7177688}" srcOrd="3" destOrd="0" parTransId="{94C071B6-9455-49D6-A5EC-B9AB6568575C}" sibTransId="{4FA0AEEF-60F8-4A95-B268-F21E1F73BFC6}"/>
    <dgm:cxn modelId="{44E913AA-8C51-46A8-B391-CFE689AD4986}" type="presOf" srcId="{C60B2D65-F1C7-4161-8A6D-047600509CFE}" destId="{DDC5A74C-823A-4264-9E29-05914FB1CEE9}" srcOrd="0" destOrd="0" presId="urn:microsoft.com/office/officeart/2018/2/layout/IconLabelList"/>
    <dgm:cxn modelId="{D825D1AA-2CB8-4BFA-BC50-2EA0A7335678}" type="presOf" srcId="{90E1D899-FCC1-417E-A156-7009B9B251CF}" destId="{A307CFE2-922B-46D9-B09F-753B16EF7088}" srcOrd="0" destOrd="0" presId="urn:microsoft.com/office/officeart/2018/2/layout/IconLabelList"/>
    <dgm:cxn modelId="{0183A4B5-DD09-4D79-A440-689A6AA7183E}" type="presOf" srcId="{B432F90D-4F38-4C35-8175-BC63D7177688}" destId="{49A06858-D3CC-42DF-B599-0A4B821F2934}" srcOrd="0" destOrd="0" presId="urn:microsoft.com/office/officeart/2018/2/layout/IconLabelList"/>
    <dgm:cxn modelId="{E88F08B6-3FC0-48BE-ACDA-252AF54DA1C7}" type="presOf" srcId="{136CC415-D029-4ECF-B89C-FB9A82745E0C}" destId="{CFF160ED-6098-43E5-80F4-1DDED0F2C691}" srcOrd="0" destOrd="0" presId="urn:microsoft.com/office/officeart/2018/2/layout/IconLabelList"/>
    <dgm:cxn modelId="{764D44DC-C857-456F-BC70-790A74803E8A}" srcId="{136CC415-D029-4ECF-B89C-FB9A82745E0C}" destId="{3F3B6DEE-949A-4182-8327-E65E19125D6F}" srcOrd="2" destOrd="0" parTransId="{7EDB69A0-A847-429E-8419-8C427564EA91}" sibTransId="{3D07F3CC-504C-4E0D-8D6C-094148020AAE}"/>
    <dgm:cxn modelId="{284065DE-C8D2-424A-B5C9-5DBB815632D3}" type="presOf" srcId="{D1B9FC6C-FCED-47E4-BD46-24CD22F6F4B1}" destId="{2BAD9E11-6D4A-43B9-897D-50540BFA86A0}" srcOrd="0" destOrd="0" presId="urn:microsoft.com/office/officeart/2018/2/layout/IconLabelList"/>
    <dgm:cxn modelId="{96F5C9F8-79CB-4716-A8C0-8E1C6E3A1D8E}" type="presParOf" srcId="{CFF160ED-6098-43E5-80F4-1DDED0F2C691}" destId="{19C17F06-3332-4003-9FCA-348B6791CE0F}" srcOrd="0" destOrd="0" presId="urn:microsoft.com/office/officeart/2018/2/layout/IconLabelList"/>
    <dgm:cxn modelId="{F937BCFD-EA9B-4CC8-9142-7B23E8AB4534}" type="presParOf" srcId="{19C17F06-3332-4003-9FCA-348B6791CE0F}" destId="{5182E904-CD76-4930-A9E1-448FAB22C483}" srcOrd="0" destOrd="0" presId="urn:microsoft.com/office/officeart/2018/2/layout/IconLabelList"/>
    <dgm:cxn modelId="{A47C375C-DDF0-430C-9FFE-C70E968DBF57}" type="presParOf" srcId="{19C17F06-3332-4003-9FCA-348B6791CE0F}" destId="{6E1D9707-6456-48C1-AFB1-2AE9397AEBFE}" srcOrd="1" destOrd="0" presId="urn:microsoft.com/office/officeart/2018/2/layout/IconLabelList"/>
    <dgm:cxn modelId="{2AA24EC2-09B0-434D-A784-C97D846F8CDF}" type="presParOf" srcId="{19C17F06-3332-4003-9FCA-348B6791CE0F}" destId="{DDC5A74C-823A-4264-9E29-05914FB1CEE9}" srcOrd="2" destOrd="0" presId="urn:microsoft.com/office/officeart/2018/2/layout/IconLabelList"/>
    <dgm:cxn modelId="{CF5223D1-06CE-49B6-A2A2-C2F5488155C8}" type="presParOf" srcId="{CFF160ED-6098-43E5-80F4-1DDED0F2C691}" destId="{33016AC4-567C-4BE0-9904-8E1EE146AB43}" srcOrd="1" destOrd="0" presId="urn:microsoft.com/office/officeart/2018/2/layout/IconLabelList"/>
    <dgm:cxn modelId="{61E73458-79BF-4143-8DEB-14CB6ED902C0}" type="presParOf" srcId="{CFF160ED-6098-43E5-80F4-1DDED0F2C691}" destId="{EA5AE418-5159-4F16-A83A-3D0CD30BE62A}" srcOrd="2" destOrd="0" presId="urn:microsoft.com/office/officeart/2018/2/layout/IconLabelList"/>
    <dgm:cxn modelId="{EC14B603-2753-47F9-BD3D-3C0A11540833}" type="presParOf" srcId="{EA5AE418-5159-4F16-A83A-3D0CD30BE62A}" destId="{1F5CD888-996A-40E2-AFE3-E8F5696D2ACA}" srcOrd="0" destOrd="0" presId="urn:microsoft.com/office/officeart/2018/2/layout/IconLabelList"/>
    <dgm:cxn modelId="{F9DDE930-98C7-4429-B60A-E371B30D57D4}" type="presParOf" srcId="{EA5AE418-5159-4F16-A83A-3D0CD30BE62A}" destId="{5FDDF51B-1A50-47F6-8848-BD2F4CA2ED0E}" srcOrd="1" destOrd="0" presId="urn:microsoft.com/office/officeart/2018/2/layout/IconLabelList"/>
    <dgm:cxn modelId="{2746DA55-D70F-4D0E-BD78-0AB90E9E5158}" type="presParOf" srcId="{EA5AE418-5159-4F16-A83A-3D0CD30BE62A}" destId="{A307CFE2-922B-46D9-B09F-753B16EF7088}" srcOrd="2" destOrd="0" presId="urn:microsoft.com/office/officeart/2018/2/layout/IconLabelList"/>
    <dgm:cxn modelId="{FFD0D3F8-83B4-42E5-BA81-7F614A410047}" type="presParOf" srcId="{CFF160ED-6098-43E5-80F4-1DDED0F2C691}" destId="{8C94DD4A-F3D5-4CF2-95B8-DC2733B23AAD}" srcOrd="3" destOrd="0" presId="urn:microsoft.com/office/officeart/2018/2/layout/IconLabelList"/>
    <dgm:cxn modelId="{A2E8D241-B240-4BB4-A2F6-6FAFB14AA639}" type="presParOf" srcId="{CFF160ED-6098-43E5-80F4-1DDED0F2C691}" destId="{4A3E5038-E082-4FBF-B9E1-444388752787}" srcOrd="4" destOrd="0" presId="urn:microsoft.com/office/officeart/2018/2/layout/IconLabelList"/>
    <dgm:cxn modelId="{36111544-4B94-4280-A298-F30214B0D8D7}" type="presParOf" srcId="{4A3E5038-E082-4FBF-B9E1-444388752787}" destId="{214ABC9D-78C9-48B2-9613-3B783A85B1FC}" srcOrd="0" destOrd="0" presId="urn:microsoft.com/office/officeart/2018/2/layout/IconLabelList"/>
    <dgm:cxn modelId="{E4EE6DD3-1BE8-4BB1-AA16-2F517778B060}" type="presParOf" srcId="{4A3E5038-E082-4FBF-B9E1-444388752787}" destId="{F241181E-39AF-44E7-A8E5-4D6D8A4BC812}" srcOrd="1" destOrd="0" presId="urn:microsoft.com/office/officeart/2018/2/layout/IconLabelList"/>
    <dgm:cxn modelId="{7AD362D9-E6BF-466B-8E1A-7FE2078EA24A}" type="presParOf" srcId="{4A3E5038-E082-4FBF-B9E1-444388752787}" destId="{01CE9405-92E4-4B7F-8426-91380CE86C03}" srcOrd="2" destOrd="0" presId="urn:microsoft.com/office/officeart/2018/2/layout/IconLabelList"/>
    <dgm:cxn modelId="{0E9526DB-9D4E-4833-9BB9-5FBAE5538F28}" type="presParOf" srcId="{CFF160ED-6098-43E5-80F4-1DDED0F2C691}" destId="{4869AC3E-955C-4F29-810B-1981D5DCC5EF}" srcOrd="5" destOrd="0" presId="urn:microsoft.com/office/officeart/2018/2/layout/IconLabelList"/>
    <dgm:cxn modelId="{984720C5-3F14-4AE8-873E-D4C92DBFE87C}" type="presParOf" srcId="{CFF160ED-6098-43E5-80F4-1DDED0F2C691}" destId="{DD24BD32-8421-4AEB-9971-70423763882B}" srcOrd="6" destOrd="0" presId="urn:microsoft.com/office/officeart/2018/2/layout/IconLabelList"/>
    <dgm:cxn modelId="{E3E75BC3-372E-4B0A-B719-EB4D1E477911}" type="presParOf" srcId="{DD24BD32-8421-4AEB-9971-70423763882B}" destId="{5D683F35-25B9-4D2D-9EBF-1694F5C89F92}" srcOrd="0" destOrd="0" presId="urn:microsoft.com/office/officeart/2018/2/layout/IconLabelList"/>
    <dgm:cxn modelId="{05B8A2A2-B078-4155-805E-022DF0ADB79C}" type="presParOf" srcId="{DD24BD32-8421-4AEB-9971-70423763882B}" destId="{21D46FDF-1E82-42A4-B500-2A5AF6815AC0}" srcOrd="1" destOrd="0" presId="urn:microsoft.com/office/officeart/2018/2/layout/IconLabelList"/>
    <dgm:cxn modelId="{403815C9-C54A-4180-BC57-A17E39079466}" type="presParOf" srcId="{DD24BD32-8421-4AEB-9971-70423763882B}" destId="{49A06858-D3CC-42DF-B599-0A4B821F2934}" srcOrd="2" destOrd="0" presId="urn:microsoft.com/office/officeart/2018/2/layout/IconLabelList"/>
    <dgm:cxn modelId="{5656BC54-B3F7-4BB5-A5EC-4D2D04D69D44}" type="presParOf" srcId="{CFF160ED-6098-43E5-80F4-1DDED0F2C691}" destId="{8A01A42C-BF63-4373-A6D5-BC0C6F850A03}" srcOrd="7" destOrd="0" presId="urn:microsoft.com/office/officeart/2018/2/layout/IconLabelList"/>
    <dgm:cxn modelId="{B1245733-BB04-46A1-8D9D-999C9F1ED46D}" type="presParOf" srcId="{CFF160ED-6098-43E5-80F4-1DDED0F2C691}" destId="{14F75AAB-603D-4C7C-82B9-F62E0EBD9AE4}" srcOrd="8" destOrd="0" presId="urn:microsoft.com/office/officeart/2018/2/layout/IconLabelList"/>
    <dgm:cxn modelId="{D28A16DD-8730-4FF7-91EB-179C755AAE4A}" type="presParOf" srcId="{14F75AAB-603D-4C7C-82B9-F62E0EBD9AE4}" destId="{8FE957C2-9D21-4BFE-AC0E-1602453C819D}" srcOrd="0" destOrd="0" presId="urn:microsoft.com/office/officeart/2018/2/layout/IconLabelList"/>
    <dgm:cxn modelId="{68987A58-190F-4991-94DE-E3AC6B636722}" type="presParOf" srcId="{14F75AAB-603D-4C7C-82B9-F62E0EBD9AE4}" destId="{E7A38CB4-1F29-4DE8-AEE0-41F647BC00E6}" srcOrd="1" destOrd="0" presId="urn:microsoft.com/office/officeart/2018/2/layout/IconLabelList"/>
    <dgm:cxn modelId="{C108C120-0547-4F7F-909E-57E6B0553B99}" type="presParOf" srcId="{14F75AAB-603D-4C7C-82B9-F62E0EBD9AE4}" destId="{2BAD9E11-6D4A-43B9-897D-50540BFA86A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95C812-6B4D-4AD2-B452-4DAADD4C286E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839A85-DA4F-4FB8-840B-0A20EB5F1E9C}">
      <dgm:prSet/>
      <dgm:spPr/>
      <dgm:t>
        <a:bodyPr/>
        <a:lstStyle/>
        <a:p>
          <a:r>
            <a:rPr lang="en-US" dirty="0"/>
            <a:t>API Layer: BankRepl &amp; Main – accepts I/O &amp; command routing.</a:t>
          </a:r>
        </a:p>
      </dgm:t>
    </dgm:pt>
    <dgm:pt modelId="{95F024FA-940F-4BD3-BA42-A59D4751BFA3}" type="parTrans" cxnId="{7E3C5BDF-B47B-4280-A9D3-8306B4817F9D}">
      <dgm:prSet/>
      <dgm:spPr/>
      <dgm:t>
        <a:bodyPr/>
        <a:lstStyle/>
        <a:p>
          <a:endParaRPr lang="en-US"/>
        </a:p>
      </dgm:t>
    </dgm:pt>
    <dgm:pt modelId="{DEA592F1-F610-47DA-8C4B-A484C9049455}" type="sibTrans" cxnId="{7E3C5BDF-B47B-4280-A9D3-8306B4817F9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E56499B-59B4-4B17-9DEC-F1369DB1EC87}">
      <dgm:prSet/>
      <dgm:spPr/>
      <dgm:t>
        <a:bodyPr/>
        <a:lstStyle/>
        <a:p>
          <a:r>
            <a:rPr lang="en-US" dirty="0"/>
            <a:t>Service Layer: AccountService &amp; TransactionService – Business Rules, validation, atomicity.</a:t>
          </a:r>
        </a:p>
      </dgm:t>
    </dgm:pt>
    <dgm:pt modelId="{0FA55AC8-BA5E-47E9-BD46-86010EE68FEA}" type="parTrans" cxnId="{5228BE9D-F40B-4A42-B395-C4A81DCBBD5D}">
      <dgm:prSet/>
      <dgm:spPr/>
      <dgm:t>
        <a:bodyPr/>
        <a:lstStyle/>
        <a:p>
          <a:endParaRPr lang="en-US"/>
        </a:p>
      </dgm:t>
    </dgm:pt>
    <dgm:pt modelId="{5270872D-43EC-42DC-98E3-184C11F6E250}" type="sibTrans" cxnId="{5228BE9D-F40B-4A42-B395-C4A81DCBBD5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EF64A44-A15C-4825-A3E5-3EB5B5C413B9}">
      <dgm:prSet/>
      <dgm:spPr/>
      <dgm:t>
        <a:bodyPr/>
        <a:lstStyle/>
        <a:p>
          <a:r>
            <a:rPr lang="en-US" dirty="0"/>
            <a:t>Repository Layer: AccountDAO &amp; TransactionDAO – SQL and JDBC</a:t>
          </a:r>
        </a:p>
      </dgm:t>
    </dgm:pt>
    <dgm:pt modelId="{2AE7FA73-E36A-4BFB-BA9C-2C9B489298D5}" type="parTrans" cxnId="{13065849-6491-4015-90A7-5DE1CF5ABE47}">
      <dgm:prSet/>
      <dgm:spPr/>
      <dgm:t>
        <a:bodyPr/>
        <a:lstStyle/>
        <a:p>
          <a:endParaRPr lang="en-US"/>
        </a:p>
      </dgm:t>
    </dgm:pt>
    <dgm:pt modelId="{FA0CBEA9-FECF-48A0-8853-6A854230316A}" type="sibTrans" cxnId="{13065849-6491-4015-90A7-5DE1CF5ABE47}">
      <dgm:prSet phldrT="3" phldr="0"/>
      <dgm:spPr/>
      <dgm:t>
        <a:bodyPr/>
        <a:lstStyle/>
        <a:p>
          <a:r>
            <a:rPr lang="en-US" dirty="0"/>
            <a:t>4</a:t>
          </a:r>
        </a:p>
      </dgm:t>
    </dgm:pt>
    <dgm:pt modelId="{557E8150-0F5F-4773-8503-F01B5107F6D2}">
      <dgm:prSet/>
      <dgm:spPr/>
      <dgm:t>
        <a:bodyPr/>
        <a:lstStyle/>
        <a:p>
          <a:r>
            <a:rPr lang="en-US"/>
            <a:t>PostgreSQL: Account &amp; Transaction Tables.</a:t>
          </a:r>
        </a:p>
      </dgm:t>
    </dgm:pt>
    <dgm:pt modelId="{7E57ADA0-894B-46E1-A8C3-93CFFF010672}" type="parTrans" cxnId="{B79E983D-E3C2-4A26-A3C6-F116BA326F42}">
      <dgm:prSet/>
      <dgm:spPr/>
      <dgm:t>
        <a:bodyPr/>
        <a:lstStyle/>
        <a:p>
          <a:endParaRPr lang="en-US"/>
        </a:p>
      </dgm:t>
    </dgm:pt>
    <dgm:pt modelId="{F0BF70D2-3EE8-4141-B57F-FE3FDFE5EAB9}" type="sibTrans" cxnId="{B79E983D-E3C2-4A26-A3C6-F116BA326F42}">
      <dgm:prSet phldrT="4" phldr="0"/>
      <dgm:spPr/>
      <dgm:t>
        <a:bodyPr/>
        <a:lstStyle/>
        <a:p>
          <a:endParaRPr lang="en-US"/>
        </a:p>
      </dgm:t>
    </dgm:pt>
    <dgm:pt modelId="{E957070E-3D69-43E6-B26C-CFE0B49C90E2}">
      <dgm:prSet/>
      <dgm:spPr/>
      <dgm:t>
        <a:bodyPr/>
        <a:lstStyle/>
        <a:p>
          <a:r>
            <a:rPr lang="en-US" dirty="0"/>
            <a:t>Domain: Account &amp; Transaction – Shared by all the layers</a:t>
          </a:r>
        </a:p>
      </dgm:t>
    </dgm:pt>
    <dgm:pt modelId="{5989A1AD-0787-4B98-ACB7-77F3906F3731}" type="parTrans" cxnId="{AC07C272-8992-496B-A237-BF3871354EAD}">
      <dgm:prSet/>
      <dgm:spPr/>
      <dgm:t>
        <a:bodyPr/>
        <a:lstStyle/>
        <a:p>
          <a:endParaRPr lang="en-US"/>
        </a:p>
      </dgm:t>
    </dgm:pt>
    <dgm:pt modelId="{9ED019F2-EC87-4033-9176-FA1ED35ACEED}" type="sibTrans" cxnId="{AC07C272-8992-496B-A237-BF3871354EAD}">
      <dgm:prSet phldrT="5" phldr="0"/>
      <dgm:spPr/>
      <dgm:t>
        <a:bodyPr/>
        <a:lstStyle/>
        <a:p>
          <a:r>
            <a:rPr lang="en-US" dirty="0"/>
            <a:t>3</a:t>
          </a:r>
        </a:p>
      </dgm:t>
    </dgm:pt>
    <dgm:pt modelId="{3B73CDC2-8855-DD4B-B66B-437C2C9AFD56}" type="pres">
      <dgm:prSet presAssocID="{A095C812-6B4D-4AD2-B452-4DAADD4C286E}" presName="outerComposite" presStyleCnt="0">
        <dgm:presLayoutVars>
          <dgm:chMax val="5"/>
          <dgm:dir/>
          <dgm:resizeHandles val="exact"/>
        </dgm:presLayoutVars>
      </dgm:prSet>
      <dgm:spPr/>
    </dgm:pt>
    <dgm:pt modelId="{1BDC6B96-313D-C340-8C62-799E967DDCA6}" type="pres">
      <dgm:prSet presAssocID="{A095C812-6B4D-4AD2-B452-4DAADD4C286E}" presName="dummyMaxCanvas" presStyleCnt="0">
        <dgm:presLayoutVars/>
      </dgm:prSet>
      <dgm:spPr/>
    </dgm:pt>
    <dgm:pt modelId="{4B67CF48-4FC4-014A-81C3-3A86277CCCDF}" type="pres">
      <dgm:prSet presAssocID="{A095C812-6B4D-4AD2-B452-4DAADD4C286E}" presName="FiveNodes_1" presStyleLbl="node1" presStyleIdx="0" presStyleCnt="5">
        <dgm:presLayoutVars>
          <dgm:bulletEnabled val="1"/>
        </dgm:presLayoutVars>
      </dgm:prSet>
      <dgm:spPr/>
    </dgm:pt>
    <dgm:pt modelId="{7B415D98-B1F0-4A42-9A30-3D57E8C4FB7C}" type="pres">
      <dgm:prSet presAssocID="{A095C812-6B4D-4AD2-B452-4DAADD4C286E}" presName="FiveNodes_2" presStyleLbl="node1" presStyleIdx="1" presStyleCnt="5">
        <dgm:presLayoutVars>
          <dgm:bulletEnabled val="1"/>
        </dgm:presLayoutVars>
      </dgm:prSet>
      <dgm:spPr/>
    </dgm:pt>
    <dgm:pt modelId="{7D961F58-4690-434A-A054-6F3F870950EB}" type="pres">
      <dgm:prSet presAssocID="{A095C812-6B4D-4AD2-B452-4DAADD4C286E}" presName="FiveNodes_3" presStyleLbl="node1" presStyleIdx="2" presStyleCnt="5">
        <dgm:presLayoutVars>
          <dgm:bulletEnabled val="1"/>
        </dgm:presLayoutVars>
      </dgm:prSet>
      <dgm:spPr/>
    </dgm:pt>
    <dgm:pt modelId="{E6A0B590-7222-0A4A-B0A5-F1A2D1CB47E3}" type="pres">
      <dgm:prSet presAssocID="{A095C812-6B4D-4AD2-B452-4DAADD4C286E}" presName="FiveNodes_4" presStyleLbl="node1" presStyleIdx="3" presStyleCnt="5">
        <dgm:presLayoutVars>
          <dgm:bulletEnabled val="1"/>
        </dgm:presLayoutVars>
      </dgm:prSet>
      <dgm:spPr/>
    </dgm:pt>
    <dgm:pt modelId="{C1882B62-2AB5-3043-B3B9-AC7174548C98}" type="pres">
      <dgm:prSet presAssocID="{A095C812-6B4D-4AD2-B452-4DAADD4C286E}" presName="FiveNodes_5" presStyleLbl="node1" presStyleIdx="4" presStyleCnt="5">
        <dgm:presLayoutVars>
          <dgm:bulletEnabled val="1"/>
        </dgm:presLayoutVars>
      </dgm:prSet>
      <dgm:spPr/>
    </dgm:pt>
    <dgm:pt modelId="{E331B1AF-7974-6542-934F-62E480242BA9}" type="pres">
      <dgm:prSet presAssocID="{A095C812-6B4D-4AD2-B452-4DAADD4C286E}" presName="FiveConn_1-2" presStyleLbl="fgAccFollowNode1" presStyleIdx="0" presStyleCnt="4">
        <dgm:presLayoutVars>
          <dgm:bulletEnabled val="1"/>
        </dgm:presLayoutVars>
      </dgm:prSet>
      <dgm:spPr/>
    </dgm:pt>
    <dgm:pt modelId="{57E3B369-E974-224E-91F3-CC98338943CC}" type="pres">
      <dgm:prSet presAssocID="{A095C812-6B4D-4AD2-B452-4DAADD4C286E}" presName="FiveConn_2-3" presStyleLbl="fgAccFollowNode1" presStyleIdx="1" presStyleCnt="4">
        <dgm:presLayoutVars>
          <dgm:bulletEnabled val="1"/>
        </dgm:presLayoutVars>
      </dgm:prSet>
      <dgm:spPr/>
    </dgm:pt>
    <dgm:pt modelId="{08A3ADDE-45B5-D642-9444-871A44F1F877}" type="pres">
      <dgm:prSet presAssocID="{A095C812-6B4D-4AD2-B452-4DAADD4C286E}" presName="FiveConn_3-4" presStyleLbl="fgAccFollowNode1" presStyleIdx="2" presStyleCnt="4">
        <dgm:presLayoutVars>
          <dgm:bulletEnabled val="1"/>
        </dgm:presLayoutVars>
      </dgm:prSet>
      <dgm:spPr/>
    </dgm:pt>
    <dgm:pt modelId="{72025168-DA84-8447-A4D6-CC2424D9CB44}" type="pres">
      <dgm:prSet presAssocID="{A095C812-6B4D-4AD2-B452-4DAADD4C286E}" presName="FiveConn_4-5" presStyleLbl="fgAccFollowNode1" presStyleIdx="3" presStyleCnt="4">
        <dgm:presLayoutVars>
          <dgm:bulletEnabled val="1"/>
        </dgm:presLayoutVars>
      </dgm:prSet>
      <dgm:spPr/>
    </dgm:pt>
    <dgm:pt modelId="{568DEAFD-CE51-A04F-ACEF-E2DE3952739E}" type="pres">
      <dgm:prSet presAssocID="{A095C812-6B4D-4AD2-B452-4DAADD4C286E}" presName="FiveNodes_1_text" presStyleLbl="node1" presStyleIdx="4" presStyleCnt="5">
        <dgm:presLayoutVars>
          <dgm:bulletEnabled val="1"/>
        </dgm:presLayoutVars>
      </dgm:prSet>
      <dgm:spPr/>
    </dgm:pt>
    <dgm:pt modelId="{D833244D-DD6A-094A-95B7-0FDCA69B59F2}" type="pres">
      <dgm:prSet presAssocID="{A095C812-6B4D-4AD2-B452-4DAADD4C286E}" presName="FiveNodes_2_text" presStyleLbl="node1" presStyleIdx="4" presStyleCnt="5">
        <dgm:presLayoutVars>
          <dgm:bulletEnabled val="1"/>
        </dgm:presLayoutVars>
      </dgm:prSet>
      <dgm:spPr/>
    </dgm:pt>
    <dgm:pt modelId="{AF2A37C7-F200-3942-A6C3-6D573C145226}" type="pres">
      <dgm:prSet presAssocID="{A095C812-6B4D-4AD2-B452-4DAADD4C286E}" presName="FiveNodes_3_text" presStyleLbl="node1" presStyleIdx="4" presStyleCnt="5">
        <dgm:presLayoutVars>
          <dgm:bulletEnabled val="1"/>
        </dgm:presLayoutVars>
      </dgm:prSet>
      <dgm:spPr/>
    </dgm:pt>
    <dgm:pt modelId="{9B4BD303-2725-5344-8C6E-19F0A8001A69}" type="pres">
      <dgm:prSet presAssocID="{A095C812-6B4D-4AD2-B452-4DAADD4C286E}" presName="FiveNodes_4_text" presStyleLbl="node1" presStyleIdx="4" presStyleCnt="5">
        <dgm:presLayoutVars>
          <dgm:bulletEnabled val="1"/>
        </dgm:presLayoutVars>
      </dgm:prSet>
      <dgm:spPr/>
    </dgm:pt>
    <dgm:pt modelId="{1BE8C93F-3EE6-6548-AB74-4BD059027E30}" type="pres">
      <dgm:prSet presAssocID="{A095C812-6B4D-4AD2-B452-4DAADD4C286E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FA97B90A-7783-E244-AE64-4DEF7B722C38}" type="presOf" srcId="{7E839A85-DA4F-4FB8-840B-0A20EB5F1E9C}" destId="{568DEAFD-CE51-A04F-ACEF-E2DE3952739E}" srcOrd="1" destOrd="0" presId="urn:microsoft.com/office/officeart/2005/8/layout/vProcess5"/>
    <dgm:cxn modelId="{B79E983D-E3C2-4A26-A3C6-F116BA326F42}" srcId="{A095C812-6B4D-4AD2-B452-4DAADD4C286E}" destId="{557E8150-0F5F-4773-8503-F01B5107F6D2}" srcOrd="4" destOrd="0" parTransId="{7E57ADA0-894B-46E1-A8C3-93CFFF010672}" sibTransId="{F0BF70D2-3EE8-4141-B57F-FE3FDFE5EAB9}"/>
    <dgm:cxn modelId="{7D51DF3F-D5E3-A540-AE51-F5BE30AB4650}" type="presOf" srcId="{CE56499B-59B4-4B17-9DEC-F1369DB1EC87}" destId="{D833244D-DD6A-094A-95B7-0FDCA69B59F2}" srcOrd="1" destOrd="0" presId="urn:microsoft.com/office/officeart/2005/8/layout/vProcess5"/>
    <dgm:cxn modelId="{7D6B4045-53EC-2E4D-AD13-E5465DAEB544}" type="presOf" srcId="{5270872D-43EC-42DC-98E3-184C11F6E250}" destId="{57E3B369-E974-224E-91F3-CC98338943CC}" srcOrd="0" destOrd="0" presId="urn:microsoft.com/office/officeart/2005/8/layout/vProcess5"/>
    <dgm:cxn modelId="{13065849-6491-4015-90A7-5DE1CF5ABE47}" srcId="{A095C812-6B4D-4AD2-B452-4DAADD4C286E}" destId="{8EF64A44-A15C-4825-A3E5-3EB5B5C413B9}" srcOrd="3" destOrd="0" parTransId="{2AE7FA73-E36A-4BFB-BA9C-2C9B489298D5}" sibTransId="{FA0CBEA9-FECF-48A0-8853-6A854230316A}"/>
    <dgm:cxn modelId="{E6413B50-5106-2040-B2DF-E0439CBEF61B}" type="presOf" srcId="{9ED019F2-EC87-4033-9176-FA1ED35ACEED}" destId="{08A3ADDE-45B5-D642-9444-871A44F1F877}" srcOrd="0" destOrd="0" presId="urn:microsoft.com/office/officeart/2005/8/layout/vProcess5"/>
    <dgm:cxn modelId="{886DD054-391D-4546-AE3B-F699140E45B7}" type="presOf" srcId="{557E8150-0F5F-4773-8503-F01B5107F6D2}" destId="{C1882B62-2AB5-3043-B3B9-AC7174548C98}" srcOrd="0" destOrd="0" presId="urn:microsoft.com/office/officeart/2005/8/layout/vProcess5"/>
    <dgm:cxn modelId="{E1EE5364-42A9-F441-8BB4-1AED2A6EF522}" type="presOf" srcId="{A095C812-6B4D-4AD2-B452-4DAADD4C286E}" destId="{3B73CDC2-8855-DD4B-B66B-437C2C9AFD56}" srcOrd="0" destOrd="0" presId="urn:microsoft.com/office/officeart/2005/8/layout/vProcess5"/>
    <dgm:cxn modelId="{AC07C272-8992-496B-A237-BF3871354EAD}" srcId="{A095C812-6B4D-4AD2-B452-4DAADD4C286E}" destId="{E957070E-3D69-43E6-B26C-CFE0B49C90E2}" srcOrd="2" destOrd="0" parTransId="{5989A1AD-0787-4B98-ACB7-77F3906F3731}" sibTransId="{9ED019F2-EC87-4033-9176-FA1ED35ACEED}"/>
    <dgm:cxn modelId="{80EF4D77-AB0A-4A4E-8C01-CF7FFE1EACFA}" type="presOf" srcId="{DEA592F1-F610-47DA-8C4B-A484C9049455}" destId="{E331B1AF-7974-6542-934F-62E480242BA9}" srcOrd="0" destOrd="0" presId="urn:microsoft.com/office/officeart/2005/8/layout/vProcess5"/>
    <dgm:cxn modelId="{BF9ABD7F-C6B2-714B-A034-1777A33B7B6E}" type="presOf" srcId="{CE56499B-59B4-4B17-9DEC-F1369DB1EC87}" destId="{7B415D98-B1F0-4A42-9A30-3D57E8C4FB7C}" srcOrd="0" destOrd="0" presId="urn:microsoft.com/office/officeart/2005/8/layout/vProcess5"/>
    <dgm:cxn modelId="{5228BE9D-F40B-4A42-B395-C4A81DCBBD5D}" srcId="{A095C812-6B4D-4AD2-B452-4DAADD4C286E}" destId="{CE56499B-59B4-4B17-9DEC-F1369DB1EC87}" srcOrd="1" destOrd="0" parTransId="{0FA55AC8-BA5E-47E9-BD46-86010EE68FEA}" sibTransId="{5270872D-43EC-42DC-98E3-184C11F6E250}"/>
    <dgm:cxn modelId="{7A77DFA2-6F68-6A43-8F1B-BBC6A3A5054B}" type="presOf" srcId="{FA0CBEA9-FECF-48A0-8853-6A854230316A}" destId="{72025168-DA84-8447-A4D6-CC2424D9CB44}" srcOrd="0" destOrd="0" presId="urn:microsoft.com/office/officeart/2005/8/layout/vProcess5"/>
    <dgm:cxn modelId="{ADE01DAA-7E16-724B-80F9-2422EB9FEAE5}" type="presOf" srcId="{557E8150-0F5F-4773-8503-F01B5107F6D2}" destId="{1BE8C93F-3EE6-6548-AB74-4BD059027E30}" srcOrd="1" destOrd="0" presId="urn:microsoft.com/office/officeart/2005/8/layout/vProcess5"/>
    <dgm:cxn modelId="{438684BC-49CC-1345-BDC2-A897EB7386C0}" type="presOf" srcId="{7E839A85-DA4F-4FB8-840B-0A20EB5F1E9C}" destId="{4B67CF48-4FC4-014A-81C3-3A86277CCCDF}" srcOrd="0" destOrd="0" presId="urn:microsoft.com/office/officeart/2005/8/layout/vProcess5"/>
    <dgm:cxn modelId="{2F3F27C1-80CB-7E41-AD7B-CC834617AFCD}" type="presOf" srcId="{E957070E-3D69-43E6-B26C-CFE0B49C90E2}" destId="{AF2A37C7-F200-3942-A6C3-6D573C145226}" srcOrd="1" destOrd="0" presId="urn:microsoft.com/office/officeart/2005/8/layout/vProcess5"/>
    <dgm:cxn modelId="{507077C9-6501-E945-921D-73C0BF60694A}" type="presOf" srcId="{E957070E-3D69-43E6-B26C-CFE0B49C90E2}" destId="{7D961F58-4690-434A-A054-6F3F870950EB}" srcOrd="0" destOrd="0" presId="urn:microsoft.com/office/officeart/2005/8/layout/vProcess5"/>
    <dgm:cxn modelId="{8659E9CA-B56B-1344-BC17-6D1ACD9E1314}" type="presOf" srcId="{8EF64A44-A15C-4825-A3E5-3EB5B5C413B9}" destId="{E6A0B590-7222-0A4A-B0A5-F1A2D1CB47E3}" srcOrd="0" destOrd="0" presId="urn:microsoft.com/office/officeart/2005/8/layout/vProcess5"/>
    <dgm:cxn modelId="{7E3C5BDF-B47B-4280-A9D3-8306B4817F9D}" srcId="{A095C812-6B4D-4AD2-B452-4DAADD4C286E}" destId="{7E839A85-DA4F-4FB8-840B-0A20EB5F1E9C}" srcOrd="0" destOrd="0" parTransId="{95F024FA-940F-4BD3-BA42-A59D4751BFA3}" sibTransId="{DEA592F1-F610-47DA-8C4B-A484C9049455}"/>
    <dgm:cxn modelId="{B306A3EE-C5A4-304F-A67E-E7F0D0765491}" type="presOf" srcId="{8EF64A44-A15C-4825-A3E5-3EB5B5C413B9}" destId="{9B4BD303-2725-5344-8C6E-19F0A8001A69}" srcOrd="1" destOrd="0" presId="urn:microsoft.com/office/officeart/2005/8/layout/vProcess5"/>
    <dgm:cxn modelId="{78683745-EECC-9046-877A-396DCB872DB2}" type="presParOf" srcId="{3B73CDC2-8855-DD4B-B66B-437C2C9AFD56}" destId="{1BDC6B96-313D-C340-8C62-799E967DDCA6}" srcOrd="0" destOrd="0" presId="urn:microsoft.com/office/officeart/2005/8/layout/vProcess5"/>
    <dgm:cxn modelId="{D36E7AD2-3D6E-BE48-8502-48B8EFB89F82}" type="presParOf" srcId="{3B73CDC2-8855-DD4B-B66B-437C2C9AFD56}" destId="{4B67CF48-4FC4-014A-81C3-3A86277CCCDF}" srcOrd="1" destOrd="0" presId="urn:microsoft.com/office/officeart/2005/8/layout/vProcess5"/>
    <dgm:cxn modelId="{C7565CCE-8C2D-8648-B2FC-60A4CB7DCA0B}" type="presParOf" srcId="{3B73CDC2-8855-DD4B-B66B-437C2C9AFD56}" destId="{7B415D98-B1F0-4A42-9A30-3D57E8C4FB7C}" srcOrd="2" destOrd="0" presId="urn:microsoft.com/office/officeart/2005/8/layout/vProcess5"/>
    <dgm:cxn modelId="{C60994CE-94E3-924F-866C-29306A510A99}" type="presParOf" srcId="{3B73CDC2-8855-DD4B-B66B-437C2C9AFD56}" destId="{7D961F58-4690-434A-A054-6F3F870950EB}" srcOrd="3" destOrd="0" presId="urn:microsoft.com/office/officeart/2005/8/layout/vProcess5"/>
    <dgm:cxn modelId="{0FB474C5-2043-774F-9095-9F5C8AF50964}" type="presParOf" srcId="{3B73CDC2-8855-DD4B-B66B-437C2C9AFD56}" destId="{E6A0B590-7222-0A4A-B0A5-F1A2D1CB47E3}" srcOrd="4" destOrd="0" presId="urn:microsoft.com/office/officeart/2005/8/layout/vProcess5"/>
    <dgm:cxn modelId="{BECF7409-A203-354B-BEFD-107E2C67287B}" type="presParOf" srcId="{3B73CDC2-8855-DD4B-B66B-437C2C9AFD56}" destId="{C1882B62-2AB5-3043-B3B9-AC7174548C98}" srcOrd="5" destOrd="0" presId="urn:microsoft.com/office/officeart/2005/8/layout/vProcess5"/>
    <dgm:cxn modelId="{7520AA1A-892D-1147-81CE-669005CF8D55}" type="presParOf" srcId="{3B73CDC2-8855-DD4B-B66B-437C2C9AFD56}" destId="{E331B1AF-7974-6542-934F-62E480242BA9}" srcOrd="6" destOrd="0" presId="urn:microsoft.com/office/officeart/2005/8/layout/vProcess5"/>
    <dgm:cxn modelId="{BEDEB0A0-1840-1D42-9FC1-2C9A40372CCE}" type="presParOf" srcId="{3B73CDC2-8855-DD4B-B66B-437C2C9AFD56}" destId="{57E3B369-E974-224E-91F3-CC98338943CC}" srcOrd="7" destOrd="0" presId="urn:microsoft.com/office/officeart/2005/8/layout/vProcess5"/>
    <dgm:cxn modelId="{E05CF2C1-36C9-7041-89F6-84C11CE1334E}" type="presParOf" srcId="{3B73CDC2-8855-DD4B-B66B-437C2C9AFD56}" destId="{08A3ADDE-45B5-D642-9444-871A44F1F877}" srcOrd="8" destOrd="0" presId="urn:microsoft.com/office/officeart/2005/8/layout/vProcess5"/>
    <dgm:cxn modelId="{3DCD6974-768B-FA44-9C8D-ACC2204955F8}" type="presParOf" srcId="{3B73CDC2-8855-DD4B-B66B-437C2C9AFD56}" destId="{72025168-DA84-8447-A4D6-CC2424D9CB44}" srcOrd="9" destOrd="0" presId="urn:microsoft.com/office/officeart/2005/8/layout/vProcess5"/>
    <dgm:cxn modelId="{4FAB8173-01C9-964A-A115-86456860B35D}" type="presParOf" srcId="{3B73CDC2-8855-DD4B-B66B-437C2C9AFD56}" destId="{568DEAFD-CE51-A04F-ACEF-E2DE3952739E}" srcOrd="10" destOrd="0" presId="urn:microsoft.com/office/officeart/2005/8/layout/vProcess5"/>
    <dgm:cxn modelId="{8F5612C8-E054-7442-8B6D-4BEBB4FA4EAC}" type="presParOf" srcId="{3B73CDC2-8855-DD4B-B66B-437C2C9AFD56}" destId="{D833244D-DD6A-094A-95B7-0FDCA69B59F2}" srcOrd="11" destOrd="0" presId="urn:microsoft.com/office/officeart/2005/8/layout/vProcess5"/>
    <dgm:cxn modelId="{7D61E6C2-B772-5A4D-8802-711C40DA909A}" type="presParOf" srcId="{3B73CDC2-8855-DD4B-B66B-437C2C9AFD56}" destId="{AF2A37C7-F200-3942-A6C3-6D573C145226}" srcOrd="12" destOrd="0" presId="urn:microsoft.com/office/officeart/2005/8/layout/vProcess5"/>
    <dgm:cxn modelId="{32DD6D07-8D12-6143-8BE2-643A9F478C91}" type="presParOf" srcId="{3B73CDC2-8855-DD4B-B66B-437C2C9AFD56}" destId="{9B4BD303-2725-5344-8C6E-19F0A8001A69}" srcOrd="13" destOrd="0" presId="urn:microsoft.com/office/officeart/2005/8/layout/vProcess5"/>
    <dgm:cxn modelId="{066A72F7-24B6-874B-A40F-F24A30BB6B08}" type="presParOf" srcId="{3B73CDC2-8855-DD4B-B66B-437C2C9AFD56}" destId="{1BE8C93F-3EE6-6548-AB74-4BD059027E3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D7E93-1CD0-451A-8346-9E37A2C18ED3}">
      <dsp:nvSpPr>
        <dsp:cNvPr id="0" name=""/>
        <dsp:cNvSpPr/>
      </dsp:nvSpPr>
      <dsp:spPr>
        <a:xfrm>
          <a:off x="2979728" y="82521"/>
          <a:ext cx="1128937" cy="1128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938FB-9F0D-4B10-B5E9-44A72B55DBD7}">
      <dsp:nvSpPr>
        <dsp:cNvPr id="0" name=""/>
        <dsp:cNvSpPr/>
      </dsp:nvSpPr>
      <dsp:spPr>
        <a:xfrm>
          <a:off x="2289821" y="1537828"/>
          <a:ext cx="250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Code Ledger: Register, log in, check balance, deposit, withdraw, transfer between accounts, and view history.</a:t>
          </a:r>
        </a:p>
      </dsp:txBody>
      <dsp:txXfrm>
        <a:off x="2289821" y="1537828"/>
        <a:ext cx="2508750" cy="720000"/>
      </dsp:txXfrm>
    </dsp:sp>
    <dsp:sp modelId="{F356A5C9-0666-47AD-90C2-3C052E9D24FF}">
      <dsp:nvSpPr>
        <dsp:cNvPr id="0" name=""/>
        <dsp:cNvSpPr/>
      </dsp:nvSpPr>
      <dsp:spPr>
        <a:xfrm>
          <a:off x="5927509" y="82521"/>
          <a:ext cx="1128937" cy="11289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0F44F-0749-43E0-8829-0E9AA859A340}">
      <dsp:nvSpPr>
        <dsp:cNvPr id="0" name=""/>
        <dsp:cNvSpPr/>
      </dsp:nvSpPr>
      <dsp:spPr>
        <a:xfrm>
          <a:off x="5237603" y="1537828"/>
          <a:ext cx="250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Layered Architecture on top of PostgreSQL database.</a:t>
          </a:r>
        </a:p>
      </dsp:txBody>
      <dsp:txXfrm>
        <a:off x="5237603" y="1537828"/>
        <a:ext cx="250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2E904-CD76-4930-A9E1-448FAB22C483}">
      <dsp:nvSpPr>
        <dsp:cNvPr id="0" name=""/>
        <dsp:cNvSpPr/>
      </dsp:nvSpPr>
      <dsp:spPr>
        <a:xfrm>
          <a:off x="487193" y="685479"/>
          <a:ext cx="791806" cy="791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5A74C-823A-4264-9E29-05914FB1CEE9}">
      <dsp:nvSpPr>
        <dsp:cNvPr id="0" name=""/>
        <dsp:cNvSpPr/>
      </dsp:nvSpPr>
      <dsp:spPr>
        <a:xfrm>
          <a:off x="3312" y="1741242"/>
          <a:ext cx="1759570" cy="70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Java – Programming Language</a:t>
          </a:r>
        </a:p>
      </dsp:txBody>
      <dsp:txXfrm>
        <a:off x="3312" y="1741242"/>
        <a:ext cx="1759570" cy="703828"/>
      </dsp:txXfrm>
    </dsp:sp>
    <dsp:sp modelId="{1F5CD888-996A-40E2-AFE3-E8F5696D2ACA}">
      <dsp:nvSpPr>
        <dsp:cNvPr id="0" name=""/>
        <dsp:cNvSpPr/>
      </dsp:nvSpPr>
      <dsp:spPr>
        <a:xfrm>
          <a:off x="2554689" y="685479"/>
          <a:ext cx="791806" cy="791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7CFE2-922B-46D9-B09F-753B16EF7088}">
      <dsp:nvSpPr>
        <dsp:cNvPr id="0" name=""/>
        <dsp:cNvSpPr/>
      </dsp:nvSpPr>
      <dsp:spPr>
        <a:xfrm>
          <a:off x="2070807" y="1741242"/>
          <a:ext cx="1759570" cy="70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Maven – Build Tool</a:t>
          </a:r>
        </a:p>
      </dsp:txBody>
      <dsp:txXfrm>
        <a:off x="2070807" y="1741242"/>
        <a:ext cx="1759570" cy="703828"/>
      </dsp:txXfrm>
    </dsp:sp>
    <dsp:sp modelId="{214ABC9D-78C9-48B2-9613-3B783A85B1FC}">
      <dsp:nvSpPr>
        <dsp:cNvPr id="0" name=""/>
        <dsp:cNvSpPr/>
      </dsp:nvSpPr>
      <dsp:spPr>
        <a:xfrm>
          <a:off x="4622184" y="685479"/>
          <a:ext cx="791806" cy="791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E9405-92E4-4B7F-8426-91380CE86C03}">
      <dsp:nvSpPr>
        <dsp:cNvPr id="0" name=""/>
        <dsp:cNvSpPr/>
      </dsp:nvSpPr>
      <dsp:spPr>
        <a:xfrm>
          <a:off x="4138302" y="1741242"/>
          <a:ext cx="1759570" cy="70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PostgreSQL – Database</a:t>
          </a:r>
        </a:p>
      </dsp:txBody>
      <dsp:txXfrm>
        <a:off x="4138302" y="1741242"/>
        <a:ext cx="1759570" cy="703828"/>
      </dsp:txXfrm>
    </dsp:sp>
    <dsp:sp modelId="{5D683F35-25B9-4D2D-9EBF-1694F5C89F92}">
      <dsp:nvSpPr>
        <dsp:cNvPr id="0" name=""/>
        <dsp:cNvSpPr/>
      </dsp:nvSpPr>
      <dsp:spPr>
        <a:xfrm>
          <a:off x="6689679" y="685479"/>
          <a:ext cx="791806" cy="791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06858-D3CC-42DF-B599-0A4B821F2934}">
      <dsp:nvSpPr>
        <dsp:cNvPr id="0" name=""/>
        <dsp:cNvSpPr/>
      </dsp:nvSpPr>
      <dsp:spPr>
        <a:xfrm>
          <a:off x="6205797" y="1741242"/>
          <a:ext cx="1759570" cy="70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JUnit5 - Testing</a:t>
          </a:r>
        </a:p>
      </dsp:txBody>
      <dsp:txXfrm>
        <a:off x="6205797" y="1741242"/>
        <a:ext cx="1759570" cy="703828"/>
      </dsp:txXfrm>
    </dsp:sp>
    <dsp:sp modelId="{8FE957C2-9D21-4BFE-AC0E-1602453C819D}">
      <dsp:nvSpPr>
        <dsp:cNvPr id="0" name=""/>
        <dsp:cNvSpPr/>
      </dsp:nvSpPr>
      <dsp:spPr>
        <a:xfrm>
          <a:off x="8757174" y="685479"/>
          <a:ext cx="791806" cy="7918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D9E11-6D4A-43B9-897D-50540BFA86A0}">
      <dsp:nvSpPr>
        <dsp:cNvPr id="0" name=""/>
        <dsp:cNvSpPr/>
      </dsp:nvSpPr>
      <dsp:spPr>
        <a:xfrm>
          <a:off x="8273292" y="1741242"/>
          <a:ext cx="1759570" cy="7038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Git &amp; Github – Version Control</a:t>
          </a:r>
        </a:p>
      </dsp:txBody>
      <dsp:txXfrm>
        <a:off x="8273292" y="1741242"/>
        <a:ext cx="1759570" cy="703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7CF48-4FC4-014A-81C3-3A86277CCCDF}">
      <dsp:nvSpPr>
        <dsp:cNvPr id="0" name=""/>
        <dsp:cNvSpPr/>
      </dsp:nvSpPr>
      <dsp:spPr>
        <a:xfrm>
          <a:off x="0" y="0"/>
          <a:ext cx="4857779" cy="919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API Layer: BankRepl &amp; Main – accepts I/O &amp; command routing.</a:t>
          </a:r>
        </a:p>
      </dsp:txBody>
      <dsp:txXfrm>
        <a:off x="26925" y="26925"/>
        <a:ext cx="3758223" cy="865451"/>
      </dsp:txXfrm>
    </dsp:sp>
    <dsp:sp modelId="{7B415D98-B1F0-4A42-9A30-3D57E8C4FB7C}">
      <dsp:nvSpPr>
        <dsp:cNvPr id="0" name=""/>
        <dsp:cNvSpPr/>
      </dsp:nvSpPr>
      <dsp:spPr>
        <a:xfrm>
          <a:off x="362756" y="1046982"/>
          <a:ext cx="4857779" cy="919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Service Layer: AccountService &amp; TransactionService – Business Rules, validation, atomicity.</a:t>
          </a:r>
        </a:p>
      </dsp:txBody>
      <dsp:txXfrm>
        <a:off x="389681" y="1073907"/>
        <a:ext cx="3843626" cy="865451"/>
      </dsp:txXfrm>
    </dsp:sp>
    <dsp:sp modelId="{7D961F58-4690-434A-A054-6F3F870950EB}">
      <dsp:nvSpPr>
        <dsp:cNvPr id="0" name=""/>
        <dsp:cNvSpPr/>
      </dsp:nvSpPr>
      <dsp:spPr>
        <a:xfrm>
          <a:off x="725512" y="2093965"/>
          <a:ext cx="4857779" cy="919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Domain: Account &amp; Transaction – Shared by all the layers</a:t>
          </a:r>
        </a:p>
      </dsp:txBody>
      <dsp:txXfrm>
        <a:off x="752437" y="2120890"/>
        <a:ext cx="3843626" cy="865451"/>
      </dsp:txXfrm>
    </dsp:sp>
    <dsp:sp modelId="{E6A0B590-7222-0A4A-B0A5-F1A2D1CB47E3}">
      <dsp:nvSpPr>
        <dsp:cNvPr id="0" name=""/>
        <dsp:cNvSpPr/>
      </dsp:nvSpPr>
      <dsp:spPr>
        <a:xfrm>
          <a:off x="1088268" y="3140947"/>
          <a:ext cx="4857779" cy="919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Repository Layer: AccountDAO &amp; TransactionDAO – SQL and JDBC</a:t>
          </a:r>
        </a:p>
      </dsp:txBody>
      <dsp:txXfrm>
        <a:off x="1115193" y="3167872"/>
        <a:ext cx="3843626" cy="865451"/>
      </dsp:txXfrm>
    </dsp:sp>
    <dsp:sp modelId="{C1882B62-2AB5-3043-B3B9-AC7174548C98}">
      <dsp:nvSpPr>
        <dsp:cNvPr id="0" name=""/>
        <dsp:cNvSpPr/>
      </dsp:nvSpPr>
      <dsp:spPr>
        <a:xfrm>
          <a:off x="1451024" y="4187930"/>
          <a:ext cx="4857779" cy="919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PostgreSQL: Account &amp; Transaction Tables.</a:t>
          </a:r>
        </a:p>
      </dsp:txBody>
      <dsp:txXfrm>
        <a:off x="1477949" y="4214855"/>
        <a:ext cx="3843626" cy="865451"/>
      </dsp:txXfrm>
    </dsp:sp>
    <dsp:sp modelId="{E331B1AF-7974-6542-934F-62E480242BA9}">
      <dsp:nvSpPr>
        <dsp:cNvPr id="0" name=""/>
        <dsp:cNvSpPr/>
      </dsp:nvSpPr>
      <dsp:spPr>
        <a:xfrm>
          <a:off x="4260232" y="671601"/>
          <a:ext cx="597546" cy="5975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1</a:t>
          </a:r>
        </a:p>
      </dsp:txBody>
      <dsp:txXfrm>
        <a:off x="4394680" y="671601"/>
        <a:ext cx="328650" cy="449653"/>
      </dsp:txXfrm>
    </dsp:sp>
    <dsp:sp modelId="{57E3B369-E974-224E-91F3-CC98338943CC}">
      <dsp:nvSpPr>
        <dsp:cNvPr id="0" name=""/>
        <dsp:cNvSpPr/>
      </dsp:nvSpPr>
      <dsp:spPr>
        <a:xfrm>
          <a:off x="4622989" y="1718583"/>
          <a:ext cx="597546" cy="5975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2</a:t>
          </a:r>
        </a:p>
      </dsp:txBody>
      <dsp:txXfrm>
        <a:off x="4757437" y="1718583"/>
        <a:ext cx="328650" cy="449653"/>
      </dsp:txXfrm>
    </dsp:sp>
    <dsp:sp modelId="{08A3ADDE-45B5-D642-9444-871A44F1F877}">
      <dsp:nvSpPr>
        <dsp:cNvPr id="0" name=""/>
        <dsp:cNvSpPr/>
      </dsp:nvSpPr>
      <dsp:spPr>
        <a:xfrm>
          <a:off x="4985745" y="2750244"/>
          <a:ext cx="597546" cy="5975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3</a:t>
          </a:r>
        </a:p>
      </dsp:txBody>
      <dsp:txXfrm>
        <a:off x="5120193" y="2750244"/>
        <a:ext cx="328650" cy="449653"/>
      </dsp:txXfrm>
    </dsp:sp>
    <dsp:sp modelId="{72025168-DA84-8447-A4D6-CC2424D9CB44}">
      <dsp:nvSpPr>
        <dsp:cNvPr id="0" name=""/>
        <dsp:cNvSpPr/>
      </dsp:nvSpPr>
      <dsp:spPr>
        <a:xfrm>
          <a:off x="5348501" y="3807441"/>
          <a:ext cx="597546" cy="59754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4</a:t>
          </a:r>
        </a:p>
      </dsp:txBody>
      <dsp:txXfrm>
        <a:off x="5482949" y="3807441"/>
        <a:ext cx="328650" cy="4496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0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9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27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40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32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86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7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52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9/24/26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8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71" r:id="rId6"/>
    <p:sldLayoutId id="2147484266" r:id="rId7"/>
    <p:sldLayoutId id="2147484267" r:id="rId8"/>
    <p:sldLayoutId id="2147484268" r:id="rId9"/>
    <p:sldLayoutId id="2147484270" r:id="rId10"/>
    <p:sldLayoutId id="2147484269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6F4257-8A8B-4687-A362-2FB0FD5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E77609-8F88-BBA5-6BAE-02EAD0784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8" y="1597961"/>
            <a:ext cx="3231633" cy="3162300"/>
          </a:xfrm>
        </p:spPr>
        <p:txBody>
          <a:bodyPr>
            <a:normAutofit/>
          </a:bodyPr>
          <a:lstStyle/>
          <a:p>
            <a:r>
              <a:rPr lang="en-US" dirty="0"/>
              <a:t>Bank CLI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1015582-019E-7DBD-4C27-BB14F5E77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8" y="4902489"/>
            <a:ext cx="3231633" cy="985075"/>
          </a:xfrm>
        </p:spPr>
        <p:txBody>
          <a:bodyPr>
            <a:normAutofit/>
          </a:bodyPr>
          <a:lstStyle/>
          <a:p>
            <a:r>
              <a:rPr lang="en-US" dirty="0"/>
              <a:t>Brandon Vergara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5B7E46-FCBF-464B-8083-9AF1A059E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-1263"/>
            <a:ext cx="3484819" cy="34302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79A868-152F-4392-8D0D-C56B1C229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5672" y="3429000"/>
            <a:ext cx="348387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34">
            <a:extLst>
              <a:ext uri="{FF2B5EF4-FFF2-40B4-BE49-F238E27FC236}">
                <a16:creationId xmlns:a16="http://schemas.microsoft.com/office/drawing/2014/main" id="{613F7046-4879-4110-98EC-7B7416E55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3582" y="3407228"/>
            <a:ext cx="3428999" cy="3484818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E14A411-88B5-46A6-AD90-72073BCBB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9837" y="3431225"/>
            <a:ext cx="3482163" cy="3430264"/>
          </a:xfrm>
          <a:custGeom>
            <a:avLst/>
            <a:gdLst>
              <a:gd name="connsiteX0" fmla="*/ 3478283 w 3482163"/>
              <a:gd name="connsiteY0" fmla="*/ 0 h 3430264"/>
              <a:gd name="connsiteX1" fmla="*/ 3482163 w 3482163"/>
              <a:gd name="connsiteY1" fmla="*/ 0 h 3430264"/>
              <a:gd name="connsiteX2" fmla="*/ 3482163 w 3482163"/>
              <a:gd name="connsiteY2" fmla="*/ 3430264 h 3430264"/>
              <a:gd name="connsiteX3" fmla="*/ 0 w 3482163"/>
              <a:gd name="connsiteY3" fmla="*/ 3430264 h 3430264"/>
              <a:gd name="connsiteX4" fmla="*/ 0 w 3482163"/>
              <a:gd name="connsiteY4" fmla="*/ 3426283 h 3430264"/>
              <a:gd name="connsiteX5" fmla="*/ 335407 w 3482163"/>
              <a:gd name="connsiteY5" fmla="*/ 3410137 h 3430264"/>
              <a:gd name="connsiteX6" fmla="*/ 3473897 w 3482163"/>
              <a:gd name="connsiteY6" fmla="*/ 170675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2163" h="3430264">
                <a:moveTo>
                  <a:pt x="3478283" y="0"/>
                </a:moveTo>
                <a:lnTo>
                  <a:pt x="3482163" y="0"/>
                </a:lnTo>
                <a:lnTo>
                  <a:pt x="3482163" y="3430264"/>
                </a:lnTo>
                <a:lnTo>
                  <a:pt x="0" y="3430264"/>
                </a:lnTo>
                <a:lnTo>
                  <a:pt x="0" y="3426283"/>
                </a:lnTo>
                <a:lnTo>
                  <a:pt x="335407" y="3410137"/>
                </a:lnTo>
                <a:cubicBezTo>
                  <a:pt x="2041201" y="3245035"/>
                  <a:pt x="3386298" y="1871077"/>
                  <a:pt x="3473897" y="17067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CC90E9-6594-8276-BC16-13B90837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07" r="32781"/>
          <a:stretch>
            <a:fillRect/>
          </a:stretch>
        </p:blipFill>
        <p:spPr>
          <a:xfrm>
            <a:off x="8699542" y="2"/>
            <a:ext cx="3492458" cy="6858001"/>
          </a:xfrm>
          <a:custGeom>
            <a:avLst/>
            <a:gdLst/>
            <a:ahLst/>
            <a:cxnLst/>
            <a:rect l="l" t="t" r="r" b="b"/>
            <a:pathLst>
              <a:path w="3492458" h="6858001">
                <a:moveTo>
                  <a:pt x="0" y="0"/>
                </a:moveTo>
                <a:lnTo>
                  <a:pt x="3492458" y="0"/>
                </a:lnTo>
                <a:lnTo>
                  <a:pt x="3492458" y="3430264"/>
                </a:lnTo>
                <a:lnTo>
                  <a:pt x="3488603" y="3430264"/>
                </a:lnTo>
                <a:lnTo>
                  <a:pt x="3484192" y="3601898"/>
                </a:lnTo>
                <a:cubicBezTo>
                  <a:pt x="3390753" y="5415660"/>
                  <a:pt x="1866561" y="6858001"/>
                  <a:pt x="0" y="6858001"/>
                </a:cubicBezTo>
                <a:lnTo>
                  <a:pt x="0" y="3430264"/>
                </a:lnTo>
                <a:lnTo>
                  <a:pt x="0" y="342524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260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52473BF-919C-47A6-BC6E-221771D1F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17F73-B02E-0D62-E298-8904B5613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95" y="965012"/>
            <a:ext cx="7597588" cy="170833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What is Bank CLI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FF53E3-0DDC-4270-9698-6F5D6834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28999"/>
            <a:ext cx="12192000" cy="3429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1FEDB9-545E-673E-1C48-C4512DFAE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350447"/>
              </p:ext>
            </p:extLst>
          </p:nvPr>
        </p:nvGraphicFramePr>
        <p:xfrm>
          <a:off x="1077913" y="3879475"/>
          <a:ext cx="10036175" cy="2340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3428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45648E2-B946-43A1-80DE-C50CBBDF9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45C27F-E2D9-288B-1F10-37BB43E1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1597961"/>
            <a:ext cx="3795812" cy="31623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Entity Relationship Diagram (ERD)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06546B-3E90-4E24-BD32-C6BFD1CD8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FA95682-BEE6-4B33-BA34-7E7BE4978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3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951FEA-2441-44C6-B236-01A45033E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6082" y="2725541"/>
            <a:ext cx="5309118" cy="14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05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A1951E2-8F97-4C6F-9735-8234E367F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DB6EC0-4F5C-DF5F-0926-B354A396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447676"/>
            <a:ext cx="10037276" cy="885824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dirty="0"/>
              <a:t>Tools &amp; Technology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FF53E3-0DDC-4270-9698-6F5D68343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08339"/>
            <a:ext cx="12192000" cy="51496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E00E1C-948E-B18D-69BF-3EDF14C49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463840"/>
              </p:ext>
            </p:extLst>
          </p:nvPr>
        </p:nvGraphicFramePr>
        <p:xfrm>
          <a:off x="1077913" y="2809875"/>
          <a:ext cx="10036175" cy="313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8494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204E07-6F63-4D3E-B413-652FC095A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320A1-D81E-9A5C-E84E-39E1753F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3" y="1597960"/>
            <a:ext cx="3001415" cy="3555931"/>
          </a:xfrm>
        </p:spPr>
        <p:txBody>
          <a:bodyPr>
            <a:normAutofit/>
          </a:bodyPr>
          <a:lstStyle/>
          <a:p>
            <a:r>
              <a:rPr lang="en-US"/>
              <a:t>Layered Architecture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A2C2B4C-DD5B-4BFB-A18E-0E2FA0125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Picture Placeholder 4">
            <a:extLst>
              <a:ext uri="{FF2B5EF4-FFF2-40B4-BE49-F238E27FC236}">
                <a16:creationId xmlns:a16="http://schemas.microsoft.com/office/drawing/2014/main" id="{B38307A6-AB1F-7456-20A5-933AD6E33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457794"/>
              </p:ext>
            </p:extLst>
          </p:nvPr>
        </p:nvGraphicFramePr>
        <p:xfrm>
          <a:off x="4668782" y="775856"/>
          <a:ext cx="6308804" cy="5107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981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A1766D0-745A-4921-A68E-56642A65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3C515-DDA2-4539-8671-BB44E3B09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4" y="720435"/>
            <a:ext cx="4140096" cy="1507375"/>
          </a:xfrm>
        </p:spPr>
        <p:txBody>
          <a:bodyPr>
            <a:normAutofit/>
          </a:bodyPr>
          <a:lstStyle/>
          <a:p>
            <a:r>
              <a:rPr lang="en-US" dirty="0"/>
              <a:t>Object-Oriented Design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BB4B0-5536-E67F-1616-0F286C2F9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4" y="2427316"/>
            <a:ext cx="4140096" cy="3513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Abstraction : Every DAO and Service is identified as an interface first.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Inheritance: Every DAOImpl &amp; ServiceImpl inherits from interface.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Polymorphism: DAOImpl &amp; ServiceImpl use @Override to add real logic behind their interface methods.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Encapsulation: Account &amp; Transaction keep fields private.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3F1E3F-D7BF-4DB5-8016-70B9E385E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794726" y="-906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D0D3E7A-8DF6-4A78-A03C-86AD69746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7088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85A3A681-3F75-9537-9526-A5F57007C1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46464" y="1034569"/>
            <a:ext cx="4788861" cy="478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6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FE60-EF83-B26E-7812-AA90ABAA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C16E2-C3C8-7AFC-BE36-DC3BE58123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b="1" dirty="0"/>
              <a:t>Testing</a:t>
            </a:r>
          </a:p>
          <a:p>
            <a:pPr marL="0" indent="0">
              <a:buNone/>
            </a:pPr>
            <a:r>
              <a:rPr lang="en-US" dirty="0"/>
              <a:t>JUnit 5 with Mockito mocks the DAO layer. Service tests run against pure business logic, no live database needed.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DED00A-0D25-A2C9-D29A-2265DC0C7C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b="1" dirty="0"/>
              <a:t>Logging</a:t>
            </a:r>
          </a:p>
          <a:p>
            <a:pPr marL="0" indent="0">
              <a:buNone/>
            </a:pPr>
            <a:r>
              <a:rPr lang="en-US" dirty="0"/>
              <a:t>SLF4J and Logback write INFO for successful actions and ERROR for failures to a rolling daily log file.</a:t>
            </a:r>
          </a:p>
        </p:txBody>
      </p:sp>
    </p:spTree>
    <p:extLst>
      <p:ext uri="{BB962C8B-B14F-4D97-AF65-F5344CB8AC3E}">
        <p14:creationId xmlns:p14="http://schemas.microsoft.com/office/powerpoint/2010/main" val="277086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FDBEA07-A1D3-4F9E-859B-DE0EDC86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87B83-CF96-4EE7-950F-863990226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658" y="-55810"/>
            <a:ext cx="6859721" cy="69679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2" name="Freeform: Shape 12">
            <a:extLst>
              <a:ext uri="{FF2B5EF4-FFF2-40B4-BE49-F238E27FC236}">
                <a16:creationId xmlns:a16="http://schemas.microsoft.com/office/drawing/2014/main" id="{407ADFB6-F59B-415B-9EC6-BDB61786C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54516" y="-50314"/>
            <a:ext cx="6858005" cy="6967903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95E1E0-E8A0-C9DA-8E85-C3003CCD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2844177"/>
            <a:ext cx="4272646" cy="19160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Live Demo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9BE792-26DE-40FA-A8C8-F3D6378FC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88933" y="-21461"/>
            <a:ext cx="1703094" cy="17460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11CBEA76-37A2-4726-8123-EBCACA12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88055" y="-22336"/>
            <a:ext cx="1704847" cy="1746021"/>
          </a:xfrm>
          <a:custGeom>
            <a:avLst/>
            <a:gdLst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3488602 w 3488602"/>
              <a:gd name="connsiteY2" fmla="*/ 3433573 h 3433573"/>
              <a:gd name="connsiteX3" fmla="*/ 0 w 3488602"/>
              <a:gd name="connsiteY3" fmla="*/ 3433573 h 3433573"/>
              <a:gd name="connsiteX4" fmla="*/ 0 w 3488602"/>
              <a:gd name="connsiteY4" fmla="*/ 0 h 3433573"/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0 w 3488602"/>
              <a:gd name="connsiteY2" fmla="*/ 3433573 h 3433573"/>
              <a:gd name="connsiteX3" fmla="*/ 0 w 3488602"/>
              <a:gd name="connsiteY3" fmla="*/ 0 h 343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602" h="3433573">
                <a:moveTo>
                  <a:pt x="0" y="0"/>
                </a:moveTo>
                <a:lnTo>
                  <a:pt x="3488602" y="0"/>
                </a:lnTo>
                <a:lnTo>
                  <a:pt x="0" y="343357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DA81B4-3959-48A2-823E-19B014A03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78388" y="1692178"/>
            <a:ext cx="1724184" cy="17460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: Shape 20">
            <a:extLst>
              <a:ext uri="{FF2B5EF4-FFF2-40B4-BE49-F238E27FC236}">
                <a16:creationId xmlns:a16="http://schemas.microsoft.com/office/drawing/2014/main" id="{5B8CC051-49B8-488A-B0AD-50A29E1D3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968949" y="1703064"/>
            <a:ext cx="1744539" cy="862967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9" name="Freeform: Shape 22">
            <a:extLst>
              <a:ext uri="{FF2B5EF4-FFF2-40B4-BE49-F238E27FC236}">
                <a16:creationId xmlns:a16="http://schemas.microsoft.com/office/drawing/2014/main" id="{A49FB65E-C02E-4FD7-B476-0B213C638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968949" y="2566032"/>
            <a:ext cx="1744539" cy="862967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EBD78-005D-4F93-BEA0-95DF292B3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38250" y="-24765"/>
            <a:ext cx="3427285" cy="34768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CB81301-287D-4882-AD9B-E44D8E122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4500" y="178410"/>
            <a:ext cx="3070455" cy="30704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22F9F7-A178-468E-AF59-8DD67246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22799" y="4271951"/>
            <a:ext cx="3435362" cy="17460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6420B0A-CC71-4BD3-BA69-E9B2B6F1E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6122814" y="4271933"/>
            <a:ext cx="3435331" cy="1746022"/>
          </a:xfrm>
          <a:custGeom>
            <a:avLst/>
            <a:gdLst>
              <a:gd name="connsiteX0" fmla="*/ 3433574 w 3433574"/>
              <a:gd name="connsiteY0" fmla="*/ 0 h 1716787"/>
              <a:gd name="connsiteX1" fmla="*/ 1716787 w 3433574"/>
              <a:gd name="connsiteY1" fmla="*/ 0 h 1716787"/>
              <a:gd name="connsiteX2" fmla="*/ 0 w 3433574"/>
              <a:gd name="connsiteY2" fmla="*/ 0 h 1716787"/>
              <a:gd name="connsiteX3" fmla="*/ 1716787 w 3433574"/>
              <a:gd name="connsiteY3" fmla="*/ 1716787 h 1716787"/>
              <a:gd name="connsiteX4" fmla="*/ 3433574 w 3433574"/>
              <a:gd name="connsiteY4" fmla="*/ 0 h 171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3574" h="1716787">
                <a:moveTo>
                  <a:pt x="3433574" y="0"/>
                </a:moveTo>
                <a:lnTo>
                  <a:pt x="1716787" y="0"/>
                </a:lnTo>
                <a:lnTo>
                  <a:pt x="0" y="0"/>
                </a:lnTo>
                <a:cubicBezTo>
                  <a:pt x="0" y="948155"/>
                  <a:pt x="768632" y="1716787"/>
                  <a:pt x="1716787" y="1716787"/>
                </a:cubicBezTo>
                <a:cubicBezTo>
                  <a:pt x="2664942" y="1716787"/>
                  <a:pt x="3433574" y="948155"/>
                  <a:pt x="343357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048351-EA66-4465-9CB8-25B4C5E68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34228" y="3406574"/>
            <a:ext cx="3435330" cy="347680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C467846-2355-4572-AC5B-89B9FFFBA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07457" y="3427799"/>
            <a:ext cx="3484541" cy="3434283"/>
          </a:xfrm>
          <a:custGeom>
            <a:avLst/>
            <a:gdLst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3488602 w 3488602"/>
              <a:gd name="connsiteY2" fmla="*/ 3433573 h 3433573"/>
              <a:gd name="connsiteX3" fmla="*/ 0 w 3488602"/>
              <a:gd name="connsiteY3" fmla="*/ 3433573 h 3433573"/>
              <a:gd name="connsiteX4" fmla="*/ 0 w 3488602"/>
              <a:gd name="connsiteY4" fmla="*/ 0 h 3433573"/>
              <a:gd name="connsiteX0" fmla="*/ 0 w 3488602"/>
              <a:gd name="connsiteY0" fmla="*/ 0 h 3433573"/>
              <a:gd name="connsiteX1" fmla="*/ 3488602 w 3488602"/>
              <a:gd name="connsiteY1" fmla="*/ 0 h 3433573"/>
              <a:gd name="connsiteX2" fmla="*/ 0 w 3488602"/>
              <a:gd name="connsiteY2" fmla="*/ 3433573 h 3433573"/>
              <a:gd name="connsiteX3" fmla="*/ 0 w 3488602"/>
              <a:gd name="connsiteY3" fmla="*/ 0 h 3433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602" h="3433573">
                <a:moveTo>
                  <a:pt x="0" y="0"/>
                </a:moveTo>
                <a:lnTo>
                  <a:pt x="3488602" y="0"/>
                </a:lnTo>
                <a:lnTo>
                  <a:pt x="0" y="343357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CE4EE8BF-D523-4497-8D9A-BB4AC2F3E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4FBF6-708B-A13F-C375-B0604DE1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8" y="1597961"/>
            <a:ext cx="5920756" cy="31623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96723-2E2E-F081-9992-CE3E69B27343}"/>
              </a:ext>
            </a:extLst>
          </p:cNvPr>
          <p:cNvSpPr txBox="1"/>
          <p:nvPr/>
        </p:nvSpPr>
        <p:spPr>
          <a:xfrm>
            <a:off x="1084728" y="4902489"/>
            <a:ext cx="5920756" cy="985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/>
              <a:t>Questions?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7B624B2-894D-4F7A-B2F3-393D6564D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726335" y="0"/>
            <a:ext cx="3472488" cy="34485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34">
            <a:extLst>
              <a:ext uri="{FF2B5EF4-FFF2-40B4-BE49-F238E27FC236}">
                <a16:creationId xmlns:a16="http://schemas.microsoft.com/office/drawing/2014/main" id="{AE30F03F-004C-4719-9495-388C3B7FA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131" y="-13795"/>
            <a:ext cx="3444895" cy="3472489"/>
          </a:xfrm>
          <a:custGeom>
            <a:avLst/>
            <a:gdLst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3484819 w 3484819"/>
              <a:gd name="connsiteY2" fmla="*/ 3430264 h 3430264"/>
              <a:gd name="connsiteX3" fmla="*/ 0 w 3484819"/>
              <a:gd name="connsiteY3" fmla="*/ 3430264 h 3430264"/>
              <a:gd name="connsiteX4" fmla="*/ 0 w 3484819"/>
              <a:gd name="connsiteY4" fmla="*/ 0 h 3430264"/>
              <a:gd name="connsiteX0" fmla="*/ 0 w 3484819"/>
              <a:gd name="connsiteY0" fmla="*/ 0 h 3430264"/>
              <a:gd name="connsiteX1" fmla="*/ 3484819 w 3484819"/>
              <a:gd name="connsiteY1" fmla="*/ 0 h 3430264"/>
              <a:gd name="connsiteX2" fmla="*/ 0 w 3484819"/>
              <a:gd name="connsiteY2" fmla="*/ 3430264 h 3430264"/>
              <a:gd name="connsiteX3" fmla="*/ 0 w 3484819"/>
              <a:gd name="connsiteY3" fmla="*/ 0 h 34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4819" h="3430264">
                <a:moveTo>
                  <a:pt x="0" y="0"/>
                </a:moveTo>
                <a:lnTo>
                  <a:pt x="3484819" y="0"/>
                </a:lnTo>
                <a:lnTo>
                  <a:pt x="0" y="34302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81208F-A90C-4F75-86C9-D42FDDEDF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726335" y="3444897"/>
            <a:ext cx="3465665" cy="3438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3CB7AD30-D65C-4325-8C21-558C1A05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746203" y="3425029"/>
            <a:ext cx="3432752" cy="3472488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509084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45</TotalTime>
  <Words>236</Words>
  <Application>Microsoft Macintosh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Avenir Next LT Pro Light</vt:lpstr>
      <vt:lpstr>BlocksVTI</vt:lpstr>
      <vt:lpstr>Bank CLI</vt:lpstr>
      <vt:lpstr>What is Bank CLI</vt:lpstr>
      <vt:lpstr>Entity Relationship Diagram (ERD)</vt:lpstr>
      <vt:lpstr>Tools &amp; Technology</vt:lpstr>
      <vt:lpstr>Layered Architecture</vt:lpstr>
      <vt:lpstr>Object-Oriented Design in Practice</vt:lpstr>
      <vt:lpstr>Testing &amp; Logging</vt:lpstr>
      <vt:lpstr>Live 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Vergara</dc:creator>
  <cp:lastModifiedBy>Brandon Vergara</cp:lastModifiedBy>
  <cp:revision>1</cp:revision>
  <dcterms:created xsi:type="dcterms:W3CDTF">2026-09-24T23:25:13Z</dcterms:created>
  <dcterms:modified xsi:type="dcterms:W3CDTF">2026-09-25T00:10:49Z</dcterms:modified>
</cp:coreProperties>
</file>